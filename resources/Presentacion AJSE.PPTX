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6" r:id="rId2"/>
    <p:sldId id="257" r:id="rId3"/>
    <p:sldId id="258" r:id="rId4"/>
    <p:sldId id="260" r:id="rId5"/>
    <p:sldId id="261" r:id="rId6"/>
    <p:sldId id="262" r:id="rId7"/>
    <p:sldId id="263" r:id="rId8"/>
    <p:sldId id="264" r:id="rId9"/>
    <p:sldId id="265" r:id="rId10"/>
    <p:sldId id="266" r:id="rId11"/>
    <p:sldId id="267" r:id="rId12"/>
  </p:sldIdLst>
  <p:sldSz cx="9144000" cy="6858000" type="screen4x3"/>
  <p:notesSz cx="6858000" cy="9144000"/>
  <p:custShowLst>
    <p:custShow name="Presentación personalizada 1" id="0">
      <p:sldLst>
        <p:sld r:id="rId2"/>
        <p:sld r:id="rId3"/>
        <p:sld r:id="rId4"/>
        <p:sld r:id="rId5"/>
        <p:sld r:id="rId6"/>
        <p:sld r:id="rId7"/>
        <p:sld r:id="rId8"/>
        <p:sld r:id="rId9"/>
        <p:sld r:id="rId10"/>
        <p:sld r:id="rId11"/>
        <p:sld r:id="rId12"/>
      </p:sldLst>
    </p:custShow>
  </p:custShowLst>
  <p:defaultTextStyle>
    <a:defPPr>
      <a:defRPr lang="es-E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55" autoAdjust="0"/>
    <p:restoredTop sz="94667" autoAdjust="0"/>
  </p:normalViewPr>
  <p:slideViewPr>
    <p:cSldViewPr>
      <p:cViewPr varScale="1">
        <p:scale>
          <a:sx n="77" d="100"/>
          <a:sy n="77" d="100"/>
        </p:scale>
        <p:origin x="1374"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CDF70445-FA83-415F-8126-DFBADB4E92B2}" type="datetimeFigureOut">
              <a:rPr lang="es-ES"/>
              <a:pPr>
                <a:defRPr/>
              </a:pPr>
              <a:t>07/08/2018</a:t>
            </a:fld>
            <a:endParaRPr lang="es-ES"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ES" noProof="0"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3713B69E-30FF-4F6E-91D3-CF8F8406C92E}" type="slidenum">
              <a:rPr lang="es-ES"/>
              <a:pPr>
                <a:defRPr/>
              </a:pPr>
              <a:t>‹Nº›</a:t>
            </a:fld>
            <a:endParaRPr lang="es-E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4" name="3 Triángulo rectángulo"/>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grpSp>
        <p:nvGrpSpPr>
          <p:cNvPr id="5" name="15 Grupo"/>
          <p:cNvGrpSpPr>
            <a:grpSpLocks/>
          </p:cNvGrpSpPr>
          <p:nvPr/>
        </p:nvGrpSpPr>
        <p:grpSpPr bwMode="auto">
          <a:xfrm>
            <a:off x="-3175" y="4953000"/>
            <a:ext cx="9147175" cy="1911350"/>
            <a:chOff x="-3765" y="4832896"/>
            <a:chExt cx="9147765" cy="2032192"/>
          </a:xfrm>
        </p:grpSpPr>
        <p:sp>
          <p:nvSpPr>
            <p:cNvPr id="6" name="5 Forma libre"/>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7" name="6 Forma libre"/>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8" name="7 Forma libre"/>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0" name="9 Conector recto"/>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8 Título"/>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s-ES"/>
              <a:t>Haga clic para modificar el estilo de título del patrón</a:t>
            </a:r>
            <a:endParaRPr lang="en-US"/>
          </a:p>
        </p:txBody>
      </p:sp>
      <p:sp>
        <p:nvSpPr>
          <p:cNvPr id="17" name="16 Subtítulo"/>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s-ES"/>
              <a:t>Haga clic para modificar el estilo de subtítulo del patrón</a:t>
            </a:r>
            <a:endParaRPr lang="en-US"/>
          </a:p>
        </p:txBody>
      </p:sp>
      <p:sp>
        <p:nvSpPr>
          <p:cNvPr id="11" name="29 Marcador de fecha"/>
          <p:cNvSpPr>
            <a:spLocks noGrp="1"/>
          </p:cNvSpPr>
          <p:nvPr>
            <p:ph type="dt" sz="half" idx="10"/>
          </p:nvPr>
        </p:nvSpPr>
        <p:spPr/>
        <p:txBody>
          <a:bodyPr/>
          <a:lstStyle>
            <a:lvl1pPr>
              <a:defRPr>
                <a:solidFill>
                  <a:srgbClr val="FFFFFF"/>
                </a:solidFill>
              </a:defRPr>
            </a:lvl1pPr>
            <a:extLst/>
          </a:lstStyle>
          <a:p>
            <a:pPr>
              <a:defRPr/>
            </a:pPr>
            <a:fld id="{7F72571B-A4C6-4F71-9EF6-F684077A3951}" type="datetime1">
              <a:rPr lang="es-ES"/>
              <a:pPr>
                <a:defRPr/>
              </a:pPr>
              <a:t>07/08/2018</a:t>
            </a:fld>
            <a:endParaRPr lang="es-ES" dirty="0"/>
          </a:p>
        </p:txBody>
      </p:sp>
      <p:sp>
        <p:nvSpPr>
          <p:cNvPr id="12" name="18 Marcador de pie de página"/>
          <p:cNvSpPr>
            <a:spLocks noGrp="1"/>
          </p:cNvSpPr>
          <p:nvPr>
            <p:ph type="ftr" sz="quarter" idx="11"/>
          </p:nvPr>
        </p:nvSpPr>
        <p:spPr/>
        <p:txBody>
          <a:bodyPr/>
          <a:lstStyle>
            <a:lvl1pPr>
              <a:defRPr>
                <a:solidFill>
                  <a:schemeClr val="accent1">
                    <a:tint val="20000"/>
                  </a:schemeClr>
                </a:solidFill>
              </a:defRPr>
            </a:lvl1pPr>
            <a:extLst/>
          </a:lstStyle>
          <a:p>
            <a:pPr>
              <a:defRPr/>
            </a:pPr>
            <a:endParaRPr lang="es-ES"/>
          </a:p>
        </p:txBody>
      </p:sp>
      <p:sp>
        <p:nvSpPr>
          <p:cNvPr id="13" name="26 Marcador de número de diapositiva"/>
          <p:cNvSpPr>
            <a:spLocks noGrp="1"/>
          </p:cNvSpPr>
          <p:nvPr>
            <p:ph type="sldNum" sz="quarter" idx="12"/>
          </p:nvPr>
        </p:nvSpPr>
        <p:spPr/>
        <p:txBody>
          <a:bodyPr/>
          <a:lstStyle>
            <a:lvl1pPr>
              <a:defRPr>
                <a:solidFill>
                  <a:srgbClr val="FFFFFF"/>
                </a:solidFill>
              </a:defRPr>
            </a:lvl1pPr>
            <a:extLst/>
          </a:lstStyle>
          <a:p>
            <a:pPr>
              <a:defRPr/>
            </a:pPr>
            <a:fld id="{FD99555C-1444-4E07-956F-D1C4F3D8F0BD}" type="slidenum">
              <a:rPr lang="es-ES"/>
              <a:pPr>
                <a:defRPr/>
              </a:pPr>
              <a:t>‹Nº›</a:t>
            </a:fld>
            <a:endParaRPr lang="es-ES" dirty="0"/>
          </a:p>
        </p:txBody>
      </p:sp>
    </p:spTree>
  </p:cSld>
  <p:clrMapOvr>
    <a:masterClrMapping/>
  </p:clrMapOvr>
  <p:transition spd="med" advClick="0" advTm="20000">
    <p:wheel spokes="8"/>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6 Título"/>
          <p:cNvSpPr>
            <a:spLocks noGrp="1"/>
          </p:cNvSpPr>
          <p:nvPr>
            <p:ph type="title"/>
          </p:nvPr>
        </p:nvSpPr>
        <p:spPr/>
        <p:txBody>
          <a:bodyPr rtlCol="0"/>
          <a:lstStyle/>
          <a:p>
            <a:r>
              <a:rPr lang="es-ES"/>
              <a:t>Haga clic para modificar el estilo de título del patrón</a:t>
            </a:r>
            <a:endParaRPr lang="en-US"/>
          </a:p>
        </p:txBody>
      </p:sp>
      <p:sp>
        <p:nvSpPr>
          <p:cNvPr id="4" name="9 Marcador de fecha"/>
          <p:cNvSpPr>
            <a:spLocks noGrp="1"/>
          </p:cNvSpPr>
          <p:nvPr>
            <p:ph type="dt" sz="half" idx="10"/>
          </p:nvPr>
        </p:nvSpPr>
        <p:spPr/>
        <p:txBody>
          <a:bodyPr/>
          <a:lstStyle>
            <a:lvl1pPr>
              <a:defRPr/>
            </a:lvl1pPr>
          </a:lstStyle>
          <a:p>
            <a:pPr>
              <a:defRPr/>
            </a:pPr>
            <a:fld id="{1B72F58E-D56C-42A6-8995-F9417CE0EBF6}" type="datetime1">
              <a:rPr lang="es-ES"/>
              <a:pPr>
                <a:defRPr/>
              </a:pPr>
              <a:t>07/08/2018</a:t>
            </a:fld>
            <a:endParaRPr lang="es-ES" dirty="0"/>
          </a:p>
        </p:txBody>
      </p:sp>
      <p:sp>
        <p:nvSpPr>
          <p:cNvPr id="5" name="21 Marcador de pie de página"/>
          <p:cNvSpPr>
            <a:spLocks noGrp="1"/>
          </p:cNvSpPr>
          <p:nvPr>
            <p:ph type="ftr" sz="quarter" idx="11"/>
          </p:nvPr>
        </p:nvSpPr>
        <p:spPr/>
        <p:txBody>
          <a:bodyPr/>
          <a:lstStyle>
            <a:lvl1pPr>
              <a:defRPr/>
            </a:lvl1pPr>
          </a:lstStyle>
          <a:p>
            <a:pPr>
              <a:defRPr/>
            </a:pPr>
            <a:endParaRPr lang="es-ES"/>
          </a:p>
        </p:txBody>
      </p:sp>
      <p:sp>
        <p:nvSpPr>
          <p:cNvPr id="6" name="17 Marcador de número de diapositiva"/>
          <p:cNvSpPr>
            <a:spLocks noGrp="1"/>
          </p:cNvSpPr>
          <p:nvPr>
            <p:ph type="sldNum" sz="quarter" idx="12"/>
          </p:nvPr>
        </p:nvSpPr>
        <p:spPr/>
        <p:txBody>
          <a:bodyPr/>
          <a:lstStyle>
            <a:lvl1pPr>
              <a:defRPr/>
            </a:lvl1pPr>
          </a:lstStyle>
          <a:p>
            <a:pPr>
              <a:defRPr/>
            </a:pPr>
            <a:fld id="{A78F4667-165B-487E-96D8-17D482FD9230}" type="slidenum">
              <a:rPr lang="es-ES"/>
              <a:pPr>
                <a:defRPr/>
              </a:pPr>
              <a:t>‹Nº›</a:t>
            </a:fld>
            <a:endParaRPr lang="es-ES" dirty="0"/>
          </a:p>
        </p:txBody>
      </p:sp>
    </p:spTree>
  </p:cSld>
  <p:clrMapOvr>
    <a:masterClrMapping/>
  </p:clrMapOvr>
  <p:transition spd="med" advClick="0" advTm="20000">
    <p:wheel spokes="8"/>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bg>
      <p:bgRef idx="1002">
        <a:schemeClr val="bg1"/>
      </p:bgRef>
    </p:bg>
    <p:spTree>
      <p:nvGrpSpPr>
        <p:cNvPr id="1" name=""/>
        <p:cNvGrpSpPr/>
        <p:nvPr/>
      </p:nvGrpSpPr>
      <p:grpSpPr>
        <a:xfrm>
          <a:off x="0" y="0"/>
          <a:ext cx="0" cy="0"/>
          <a:chOff x="0" y="0"/>
          <a:chExt cx="0" cy="0"/>
        </a:xfrm>
      </p:grpSpPr>
      <p:sp>
        <p:nvSpPr>
          <p:cNvPr id="4" name="3 Cheurón"/>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p>
        </p:txBody>
      </p:sp>
      <p:sp>
        <p:nvSpPr>
          <p:cNvPr id="5" name="4 Cheurón"/>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p>
        </p:txBody>
      </p:sp>
      <p:sp>
        <p:nvSpPr>
          <p:cNvPr id="2" name="1 Título"/>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s-ES"/>
              <a:t>Haga clic para modificar el estilo de título del patrón</a:t>
            </a:r>
            <a:endParaRPr lang="en-US"/>
          </a:p>
        </p:txBody>
      </p:sp>
      <p:sp>
        <p:nvSpPr>
          <p:cNvPr id="3" name="2 Marcador de texto"/>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s-ES"/>
              <a:t>Haga clic para modificar el estilo de texto del patrón</a:t>
            </a:r>
          </a:p>
        </p:txBody>
      </p:sp>
      <p:sp>
        <p:nvSpPr>
          <p:cNvPr id="6" name="3 Marcador de fecha"/>
          <p:cNvSpPr>
            <a:spLocks noGrp="1"/>
          </p:cNvSpPr>
          <p:nvPr>
            <p:ph type="dt" sz="half" idx="10"/>
          </p:nvPr>
        </p:nvSpPr>
        <p:spPr/>
        <p:txBody>
          <a:bodyPr/>
          <a:lstStyle>
            <a:lvl1pPr>
              <a:defRPr/>
            </a:lvl1pPr>
            <a:extLst/>
          </a:lstStyle>
          <a:p>
            <a:pPr>
              <a:defRPr/>
            </a:pPr>
            <a:fld id="{6DCFF595-DAA4-43D6-AC88-1C7C46A5A5E9}" type="datetime1">
              <a:rPr lang="es-ES"/>
              <a:pPr>
                <a:defRPr/>
              </a:pPr>
              <a:t>07/08/2018</a:t>
            </a:fld>
            <a:endParaRPr lang="es-ES" dirty="0"/>
          </a:p>
        </p:txBody>
      </p:sp>
      <p:sp>
        <p:nvSpPr>
          <p:cNvPr id="7" name="4 Marcador de pie de página"/>
          <p:cNvSpPr>
            <a:spLocks noGrp="1"/>
          </p:cNvSpPr>
          <p:nvPr>
            <p:ph type="ftr" sz="quarter" idx="11"/>
          </p:nvPr>
        </p:nvSpPr>
        <p:spPr/>
        <p:txBody>
          <a:bodyPr/>
          <a:lstStyle>
            <a:lvl1pPr>
              <a:defRPr/>
            </a:lvl1pPr>
            <a:extLst/>
          </a:lstStyle>
          <a:p>
            <a:pPr>
              <a:defRPr/>
            </a:pPr>
            <a:endParaRPr lang="es-ES"/>
          </a:p>
        </p:txBody>
      </p:sp>
      <p:sp>
        <p:nvSpPr>
          <p:cNvPr id="8" name="5 Marcador de número de diapositiva"/>
          <p:cNvSpPr>
            <a:spLocks noGrp="1"/>
          </p:cNvSpPr>
          <p:nvPr>
            <p:ph type="sldNum" sz="quarter" idx="12"/>
          </p:nvPr>
        </p:nvSpPr>
        <p:spPr/>
        <p:txBody>
          <a:bodyPr/>
          <a:lstStyle>
            <a:lvl1pPr>
              <a:defRPr/>
            </a:lvl1pPr>
            <a:extLst/>
          </a:lstStyle>
          <a:p>
            <a:pPr>
              <a:defRPr/>
            </a:pPr>
            <a:fld id="{BB727C32-D17E-4DCA-A33D-61B95CA8EC44}" type="slidenum">
              <a:rPr lang="es-ES"/>
              <a:pPr>
                <a:defRPr/>
              </a:pPr>
              <a:t>‹Nº›</a:t>
            </a:fld>
            <a:endParaRPr lang="es-ES" dirty="0"/>
          </a:p>
        </p:txBody>
      </p:sp>
    </p:spTree>
  </p:cSld>
  <p:clrMapOvr>
    <a:overrideClrMapping bg1="dk1" tx1="lt1" bg2="dk2" tx2="lt2" accent1="accent1" accent2="accent2" accent3="accent3" accent4="accent4" accent5="accent5" accent6="accent6" hlink="hlink" folHlink="folHlink"/>
  </p:clrMapOvr>
  <p:transition spd="med" advClick="0" advTm="20000">
    <p:wheel spokes="8"/>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bg>
      <p:bgRef idx="1002">
        <a:schemeClr val="bg1"/>
      </p:bgRef>
    </p:bg>
    <p:spTree>
      <p:nvGrpSpPr>
        <p:cNvPr id="1" name=""/>
        <p:cNvGrpSpPr/>
        <p:nvPr/>
      </p:nvGrpSpPr>
      <p:grpSpPr>
        <a:xfrm>
          <a:off x="0" y="0"/>
          <a:ext cx="0" cy="0"/>
          <a:chOff x="0" y="0"/>
          <a:chExt cx="0" cy="0"/>
        </a:xfrm>
      </p:grpSpPr>
      <p:sp>
        <p:nvSpPr>
          <p:cNvPr id="3" name="2 Marcador de contenido"/>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3 Marcador de contenido"/>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8" name="7 Título"/>
          <p:cNvSpPr>
            <a:spLocks noGrp="1"/>
          </p:cNvSpPr>
          <p:nvPr>
            <p:ph type="title"/>
          </p:nvPr>
        </p:nvSpPr>
        <p:spPr/>
        <p:txBody>
          <a:bodyPr rtlCol="0"/>
          <a:lstStyle/>
          <a:p>
            <a:r>
              <a:rPr lang="es-ES"/>
              <a:t>Haga clic para modificar el estilo de título del patrón</a:t>
            </a:r>
            <a:endParaRPr lang="en-US"/>
          </a:p>
        </p:txBody>
      </p:sp>
      <p:sp>
        <p:nvSpPr>
          <p:cNvPr id="5" name="4 Marcador de fecha"/>
          <p:cNvSpPr>
            <a:spLocks noGrp="1"/>
          </p:cNvSpPr>
          <p:nvPr>
            <p:ph type="dt" sz="half" idx="10"/>
          </p:nvPr>
        </p:nvSpPr>
        <p:spPr/>
        <p:txBody>
          <a:bodyPr/>
          <a:lstStyle>
            <a:lvl1pPr>
              <a:defRPr/>
            </a:lvl1pPr>
            <a:extLst/>
          </a:lstStyle>
          <a:p>
            <a:pPr>
              <a:defRPr/>
            </a:pPr>
            <a:fld id="{B4ECB984-018C-4C1D-A7AF-B3D460D81636}" type="datetime1">
              <a:rPr lang="es-ES"/>
              <a:pPr>
                <a:defRPr/>
              </a:pPr>
              <a:t>07/08/2018</a:t>
            </a:fld>
            <a:endParaRPr lang="es-ES" dirty="0"/>
          </a:p>
        </p:txBody>
      </p:sp>
      <p:sp>
        <p:nvSpPr>
          <p:cNvPr id="6" name="5 Marcador de pie de página"/>
          <p:cNvSpPr>
            <a:spLocks noGrp="1"/>
          </p:cNvSpPr>
          <p:nvPr>
            <p:ph type="ftr" sz="quarter" idx="11"/>
          </p:nvPr>
        </p:nvSpPr>
        <p:spPr/>
        <p:txBody>
          <a:bodyPr/>
          <a:lstStyle>
            <a:lvl1pPr>
              <a:defRPr/>
            </a:lvl1pPr>
            <a:extLst/>
          </a:lstStyle>
          <a:p>
            <a:pPr>
              <a:defRPr/>
            </a:pPr>
            <a:endParaRPr lang="es-ES"/>
          </a:p>
        </p:txBody>
      </p:sp>
      <p:sp>
        <p:nvSpPr>
          <p:cNvPr id="7" name="6 Marcador de número de diapositiva"/>
          <p:cNvSpPr>
            <a:spLocks noGrp="1"/>
          </p:cNvSpPr>
          <p:nvPr>
            <p:ph type="sldNum" sz="quarter" idx="12"/>
          </p:nvPr>
        </p:nvSpPr>
        <p:spPr/>
        <p:txBody>
          <a:bodyPr/>
          <a:lstStyle>
            <a:lvl1pPr>
              <a:defRPr/>
            </a:lvl1pPr>
            <a:extLst/>
          </a:lstStyle>
          <a:p>
            <a:pPr>
              <a:defRPr/>
            </a:pPr>
            <a:fld id="{E55CA59A-5995-4EE5-83E6-A840A94CF95E}" type="slidenum">
              <a:rPr lang="es-ES"/>
              <a:pPr>
                <a:defRPr/>
              </a:pPr>
              <a:t>‹Nº›</a:t>
            </a:fld>
            <a:endParaRPr lang="es-ES" dirty="0"/>
          </a:p>
        </p:txBody>
      </p:sp>
    </p:spTree>
  </p:cSld>
  <p:clrMapOvr>
    <a:overrideClrMapping bg1="dk1" tx1="lt1" bg2="dk2" tx2="lt2" accent1="accent1" accent2="accent2" accent3="accent3" accent4="accent4" accent5="accent5" accent6="accent6" hlink="hlink" folHlink="folHlink"/>
  </p:clrMapOvr>
  <p:transition spd="med" advClick="0" advTm="20000">
    <p:wheel spokes="8"/>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8229600" cy="1143000"/>
          </a:xfrm>
        </p:spPr>
        <p:txBody>
          <a:bodyPr/>
          <a:lstStyle>
            <a:lvl1pPr>
              <a:defRPr/>
            </a:lvl1pPr>
            <a:extLst/>
          </a:lstStyle>
          <a:p>
            <a:r>
              <a:rPr lang="es-ES"/>
              <a:t>Haga clic para modificar el estilo de título del patrón</a:t>
            </a:r>
            <a:endParaRPr lang="en-US"/>
          </a:p>
        </p:txBody>
      </p:sp>
      <p:sp>
        <p:nvSpPr>
          <p:cNvPr id="3" name="2 Marcador de texto"/>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s-ES"/>
              <a:t>Haga clic para modificar el estilo de texto del patrón</a:t>
            </a:r>
          </a:p>
        </p:txBody>
      </p:sp>
      <p:sp>
        <p:nvSpPr>
          <p:cNvPr id="4" name="3 Marcador de texto"/>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s-ES"/>
              <a:t>Haga clic para modificar el estilo de texto del patrón</a:t>
            </a:r>
          </a:p>
        </p:txBody>
      </p:sp>
      <p:sp>
        <p:nvSpPr>
          <p:cNvPr id="5" name="4 Marcador de contenido"/>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5 Marcador de contenido"/>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6 Marcador de fecha"/>
          <p:cNvSpPr>
            <a:spLocks noGrp="1"/>
          </p:cNvSpPr>
          <p:nvPr>
            <p:ph type="dt" sz="half" idx="10"/>
          </p:nvPr>
        </p:nvSpPr>
        <p:spPr/>
        <p:txBody>
          <a:bodyPr/>
          <a:lstStyle>
            <a:lvl1pPr>
              <a:defRPr/>
            </a:lvl1pPr>
            <a:extLst/>
          </a:lstStyle>
          <a:p>
            <a:pPr>
              <a:defRPr/>
            </a:pPr>
            <a:fld id="{5E65FA02-A57B-4C97-A8C9-7D91645D75A8}" type="datetime1">
              <a:rPr lang="es-ES"/>
              <a:pPr>
                <a:defRPr/>
              </a:pPr>
              <a:t>07/08/2018</a:t>
            </a:fld>
            <a:endParaRPr lang="es-ES" dirty="0"/>
          </a:p>
        </p:txBody>
      </p:sp>
      <p:sp>
        <p:nvSpPr>
          <p:cNvPr id="8" name="7 Marcador de pie de página"/>
          <p:cNvSpPr>
            <a:spLocks noGrp="1"/>
          </p:cNvSpPr>
          <p:nvPr>
            <p:ph type="ftr" sz="quarter" idx="11"/>
          </p:nvPr>
        </p:nvSpPr>
        <p:spPr/>
        <p:txBody>
          <a:bodyPr/>
          <a:lstStyle>
            <a:lvl1pPr>
              <a:defRPr/>
            </a:lvl1pPr>
            <a:extLst/>
          </a:lstStyle>
          <a:p>
            <a:pPr>
              <a:defRPr/>
            </a:pPr>
            <a:endParaRPr lang="es-ES"/>
          </a:p>
        </p:txBody>
      </p:sp>
      <p:sp>
        <p:nvSpPr>
          <p:cNvPr id="9" name="8 Marcador de número de diapositiva"/>
          <p:cNvSpPr>
            <a:spLocks noGrp="1"/>
          </p:cNvSpPr>
          <p:nvPr>
            <p:ph type="sldNum" sz="quarter" idx="12"/>
          </p:nvPr>
        </p:nvSpPr>
        <p:spPr/>
        <p:txBody>
          <a:bodyPr/>
          <a:lstStyle>
            <a:lvl1pPr>
              <a:defRPr/>
            </a:lvl1pPr>
            <a:extLst/>
          </a:lstStyle>
          <a:p>
            <a:pPr>
              <a:defRPr/>
            </a:pPr>
            <a:fld id="{07DE91DF-C5E2-46A5-8149-39F32DCBCE41}" type="slidenum">
              <a:rPr lang="es-ES"/>
              <a:pPr>
                <a:defRPr/>
              </a:pPr>
              <a:t>‹Nº›</a:t>
            </a:fld>
            <a:endParaRPr lang="es-ES" dirty="0"/>
          </a:p>
        </p:txBody>
      </p:sp>
    </p:spTree>
  </p:cSld>
  <p:clrMapOvr>
    <a:overrideClrMapping bg1="lt1" tx1="dk1" bg2="lt2" tx2="dk2" accent1="accent1" accent2="accent2" accent3="accent3" accent4="accent4" accent5="accent5" accent6="accent6" hlink="hlink" folHlink="folHlink"/>
  </p:clrMapOvr>
  <p:transition spd="med" advClick="0" advTm="20000">
    <p:wheel spokes="8"/>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bg>
      <p:bgRef idx="1002">
        <a:schemeClr val="bg1"/>
      </p:bgRef>
    </p:bg>
    <p:spTree>
      <p:nvGrpSpPr>
        <p:cNvPr id="1" name=""/>
        <p:cNvGrpSpPr/>
        <p:nvPr/>
      </p:nvGrpSpPr>
      <p:grpSpPr>
        <a:xfrm>
          <a:off x="0" y="0"/>
          <a:ext cx="0" cy="0"/>
          <a:chOff x="0" y="0"/>
          <a:chExt cx="0" cy="0"/>
        </a:xfrm>
      </p:grpSpPr>
      <p:sp>
        <p:nvSpPr>
          <p:cNvPr id="6" name="5 Título"/>
          <p:cNvSpPr>
            <a:spLocks noGrp="1"/>
          </p:cNvSpPr>
          <p:nvPr>
            <p:ph type="title"/>
          </p:nvPr>
        </p:nvSpPr>
        <p:spPr/>
        <p:txBody>
          <a:bodyPr rtlCol="0"/>
          <a:lstStyle/>
          <a:p>
            <a:r>
              <a:rPr lang="es-ES"/>
              <a:t>Haga clic para modificar el estilo de título del patrón</a:t>
            </a:r>
            <a:endParaRPr lang="en-US"/>
          </a:p>
        </p:txBody>
      </p:sp>
      <p:sp>
        <p:nvSpPr>
          <p:cNvPr id="3" name="2 Marcador de fecha"/>
          <p:cNvSpPr>
            <a:spLocks noGrp="1"/>
          </p:cNvSpPr>
          <p:nvPr>
            <p:ph type="dt" sz="half" idx="10"/>
          </p:nvPr>
        </p:nvSpPr>
        <p:spPr/>
        <p:txBody>
          <a:bodyPr/>
          <a:lstStyle>
            <a:lvl1pPr>
              <a:defRPr/>
            </a:lvl1pPr>
            <a:extLst/>
          </a:lstStyle>
          <a:p>
            <a:pPr>
              <a:defRPr/>
            </a:pPr>
            <a:fld id="{189011A0-0755-4C6A-ACD5-DA9F432FA0D4}" type="datetime1">
              <a:rPr lang="es-ES"/>
              <a:pPr>
                <a:defRPr/>
              </a:pPr>
              <a:t>07/08/2018</a:t>
            </a:fld>
            <a:endParaRPr lang="es-ES" dirty="0"/>
          </a:p>
        </p:txBody>
      </p:sp>
      <p:sp>
        <p:nvSpPr>
          <p:cNvPr id="4" name="3 Marcador de pie de página"/>
          <p:cNvSpPr>
            <a:spLocks noGrp="1"/>
          </p:cNvSpPr>
          <p:nvPr>
            <p:ph type="ftr" sz="quarter" idx="11"/>
          </p:nvPr>
        </p:nvSpPr>
        <p:spPr/>
        <p:txBody>
          <a:bodyPr/>
          <a:lstStyle>
            <a:lvl1pPr>
              <a:defRPr/>
            </a:lvl1pPr>
            <a:extLst/>
          </a:lstStyle>
          <a:p>
            <a:pPr>
              <a:defRPr/>
            </a:pPr>
            <a:endParaRPr lang="es-ES"/>
          </a:p>
        </p:txBody>
      </p:sp>
      <p:sp>
        <p:nvSpPr>
          <p:cNvPr id="5" name="4 Marcador de número de diapositiva"/>
          <p:cNvSpPr>
            <a:spLocks noGrp="1"/>
          </p:cNvSpPr>
          <p:nvPr>
            <p:ph type="sldNum" sz="quarter" idx="12"/>
          </p:nvPr>
        </p:nvSpPr>
        <p:spPr/>
        <p:txBody>
          <a:bodyPr/>
          <a:lstStyle>
            <a:lvl1pPr>
              <a:defRPr/>
            </a:lvl1pPr>
            <a:extLst/>
          </a:lstStyle>
          <a:p>
            <a:pPr>
              <a:defRPr/>
            </a:pPr>
            <a:fld id="{F817C15A-CBBD-4772-A8DD-2E9DA1344AD8}" type="slidenum">
              <a:rPr lang="es-ES"/>
              <a:pPr>
                <a:defRPr/>
              </a:pPr>
              <a:t>‹Nº›</a:t>
            </a:fld>
            <a:endParaRPr lang="es-ES" dirty="0"/>
          </a:p>
        </p:txBody>
      </p:sp>
    </p:spTree>
  </p:cSld>
  <p:clrMapOvr>
    <a:overrideClrMapping bg1="dk1" tx1="lt1" bg2="dk2" tx2="lt2" accent1="accent1" accent2="accent2" accent3="accent3" accent4="accent4" accent5="accent5" accent6="accent6" hlink="hlink" folHlink="folHlink"/>
  </p:clrMapOvr>
  <p:transition spd="med" advClick="0" advTm="20000">
    <p:wheel spokes="8"/>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9 Marcador de fecha"/>
          <p:cNvSpPr>
            <a:spLocks noGrp="1"/>
          </p:cNvSpPr>
          <p:nvPr>
            <p:ph type="dt" sz="half" idx="10"/>
          </p:nvPr>
        </p:nvSpPr>
        <p:spPr/>
        <p:txBody>
          <a:bodyPr/>
          <a:lstStyle>
            <a:lvl1pPr>
              <a:defRPr/>
            </a:lvl1pPr>
          </a:lstStyle>
          <a:p>
            <a:pPr>
              <a:defRPr/>
            </a:pPr>
            <a:fld id="{0498B24B-6353-4A5C-A336-ABE0C705B7DD}" type="datetime1">
              <a:rPr lang="es-ES"/>
              <a:pPr>
                <a:defRPr/>
              </a:pPr>
              <a:t>07/08/2018</a:t>
            </a:fld>
            <a:endParaRPr lang="es-ES" dirty="0"/>
          </a:p>
        </p:txBody>
      </p:sp>
      <p:sp>
        <p:nvSpPr>
          <p:cNvPr id="3" name="21 Marcador de pie de página"/>
          <p:cNvSpPr>
            <a:spLocks noGrp="1"/>
          </p:cNvSpPr>
          <p:nvPr>
            <p:ph type="ftr" sz="quarter" idx="11"/>
          </p:nvPr>
        </p:nvSpPr>
        <p:spPr/>
        <p:txBody>
          <a:bodyPr/>
          <a:lstStyle>
            <a:lvl1pPr>
              <a:defRPr/>
            </a:lvl1pPr>
          </a:lstStyle>
          <a:p>
            <a:pPr>
              <a:defRPr/>
            </a:pPr>
            <a:endParaRPr lang="es-ES"/>
          </a:p>
        </p:txBody>
      </p:sp>
      <p:sp>
        <p:nvSpPr>
          <p:cNvPr id="4" name="17 Marcador de número de diapositiva"/>
          <p:cNvSpPr>
            <a:spLocks noGrp="1"/>
          </p:cNvSpPr>
          <p:nvPr>
            <p:ph type="sldNum" sz="quarter" idx="12"/>
          </p:nvPr>
        </p:nvSpPr>
        <p:spPr/>
        <p:txBody>
          <a:bodyPr/>
          <a:lstStyle>
            <a:lvl1pPr>
              <a:defRPr/>
            </a:lvl1pPr>
          </a:lstStyle>
          <a:p>
            <a:pPr>
              <a:defRPr/>
            </a:pPr>
            <a:fld id="{C13D40DE-2D52-4BD7-BC39-EB56CBA41B44}" type="slidenum">
              <a:rPr lang="es-ES"/>
              <a:pPr>
                <a:defRPr/>
              </a:pPr>
              <a:t>‹Nº›</a:t>
            </a:fld>
            <a:endParaRPr lang="es-ES" dirty="0"/>
          </a:p>
        </p:txBody>
      </p:sp>
    </p:spTree>
  </p:cSld>
  <p:clrMapOvr>
    <a:masterClrMapping/>
  </p:clrMapOvr>
  <p:transition spd="med" advClick="0" advTm="20000">
    <p:wheel spokes="8"/>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bg>
      <p:bgRef idx="1003">
        <a:schemeClr val="bg1"/>
      </p:bgRef>
    </p:bg>
    <p:spTree>
      <p:nvGrpSpPr>
        <p:cNvPr id="1" name=""/>
        <p:cNvGrpSpPr/>
        <p:nvPr/>
      </p:nvGrpSpPr>
      <p:grpSpPr>
        <a:xfrm>
          <a:off x="0" y="0"/>
          <a:ext cx="0" cy="0"/>
          <a:chOff x="0" y="0"/>
          <a:chExt cx="0" cy="0"/>
        </a:xfrm>
      </p:grpSpPr>
      <p:sp>
        <p:nvSpPr>
          <p:cNvPr id="2" name="1 Título"/>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s-ES"/>
              <a:t>Haga clic para modificar el estilo de título del patrón</a:t>
            </a:r>
            <a:endParaRPr lang="en-US"/>
          </a:p>
        </p:txBody>
      </p:sp>
      <p:sp>
        <p:nvSpPr>
          <p:cNvPr id="3" name="2 Marcador de texto"/>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s-ES"/>
              <a:t>Haga clic para modificar el estilo de texto del patrón</a:t>
            </a:r>
          </a:p>
        </p:txBody>
      </p:sp>
      <p:sp>
        <p:nvSpPr>
          <p:cNvPr id="4" name="3 Marcador de contenido"/>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4 Marcador de fecha"/>
          <p:cNvSpPr>
            <a:spLocks noGrp="1"/>
          </p:cNvSpPr>
          <p:nvPr>
            <p:ph type="dt" sz="half" idx="10"/>
          </p:nvPr>
        </p:nvSpPr>
        <p:spPr/>
        <p:txBody>
          <a:bodyPr/>
          <a:lstStyle>
            <a:lvl1pPr>
              <a:defRPr/>
            </a:lvl1pPr>
            <a:extLst/>
          </a:lstStyle>
          <a:p>
            <a:pPr>
              <a:defRPr/>
            </a:pPr>
            <a:fld id="{C6BAFF4B-4CAE-4EA3-BF2E-DD7AC2E40F70}" type="datetime1">
              <a:rPr lang="es-ES"/>
              <a:pPr>
                <a:defRPr/>
              </a:pPr>
              <a:t>07/08/2018</a:t>
            </a:fld>
            <a:endParaRPr lang="es-ES" dirty="0"/>
          </a:p>
        </p:txBody>
      </p:sp>
      <p:sp>
        <p:nvSpPr>
          <p:cNvPr id="6" name="5 Marcador de pie de página"/>
          <p:cNvSpPr>
            <a:spLocks noGrp="1"/>
          </p:cNvSpPr>
          <p:nvPr>
            <p:ph type="ftr" sz="quarter" idx="11"/>
          </p:nvPr>
        </p:nvSpPr>
        <p:spPr/>
        <p:txBody>
          <a:bodyPr/>
          <a:lstStyle>
            <a:lvl1pPr>
              <a:defRPr/>
            </a:lvl1pPr>
            <a:extLst/>
          </a:lstStyle>
          <a:p>
            <a:pPr>
              <a:defRPr/>
            </a:pPr>
            <a:endParaRPr lang="es-ES"/>
          </a:p>
        </p:txBody>
      </p:sp>
      <p:sp>
        <p:nvSpPr>
          <p:cNvPr id="7" name="6 Marcador de número de diapositiva"/>
          <p:cNvSpPr>
            <a:spLocks noGrp="1"/>
          </p:cNvSpPr>
          <p:nvPr>
            <p:ph type="sldNum" sz="quarter" idx="12"/>
          </p:nvPr>
        </p:nvSpPr>
        <p:spPr/>
        <p:txBody>
          <a:bodyPr/>
          <a:lstStyle>
            <a:lvl1pPr>
              <a:defRPr/>
            </a:lvl1pPr>
            <a:extLst/>
          </a:lstStyle>
          <a:p>
            <a:pPr>
              <a:defRPr/>
            </a:pPr>
            <a:fld id="{7C472529-AB00-4496-A13C-995EAC212EB5}" type="slidenum">
              <a:rPr lang="es-ES"/>
              <a:pPr>
                <a:defRPr/>
              </a:pPr>
              <a:t>‹Nº›</a:t>
            </a:fld>
            <a:endParaRPr lang="es-ES" dirty="0"/>
          </a:p>
        </p:txBody>
      </p:sp>
    </p:spTree>
  </p:cSld>
  <p:clrMapOvr>
    <a:overrideClrMapping bg1="lt1" tx1="dk1" bg2="lt2" tx2="dk2" accent1="accent1" accent2="accent2" accent3="accent3" accent4="accent4" accent5="accent5" accent6="accent6" hlink="hlink" folHlink="folHlink"/>
  </p:clrMapOvr>
  <p:transition spd="med" advClick="0" advTm="20000">
    <p:wheel spokes="8"/>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bg>
      <p:bgRef idx="1002">
        <a:schemeClr val="bg1"/>
      </p:bgRef>
    </p:bg>
    <p:spTree>
      <p:nvGrpSpPr>
        <p:cNvPr id="1" name=""/>
        <p:cNvGrpSpPr/>
        <p:nvPr/>
      </p:nvGrpSpPr>
      <p:grpSpPr>
        <a:xfrm>
          <a:off x="0" y="0"/>
          <a:ext cx="0" cy="0"/>
          <a:chOff x="0" y="0"/>
          <a:chExt cx="0" cy="0"/>
        </a:xfrm>
      </p:grpSpPr>
      <p:sp>
        <p:nvSpPr>
          <p:cNvPr id="5" name="4 Forma libre"/>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6" name="5 Forma libre"/>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7" name="6 Triángulo rectángulo"/>
          <p:cNvSpPr>
            <a:spLocks/>
          </p:cNvSpPr>
          <p:nvPr/>
        </p:nvSpPr>
        <p:spPr bwMode="auto">
          <a:xfrm>
            <a:off x="-6042" y="5791253"/>
            <a:ext cx="3402314" cy="1080868"/>
          </a:xfrm>
          <a:prstGeom prst="rtTriangle">
            <a:avLst/>
          </a:prstGeom>
          <a:blipFill>
            <a:blip r:embed="rId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8" name="7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8 Cheurón"/>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p>
        </p:txBody>
      </p:sp>
      <p:sp>
        <p:nvSpPr>
          <p:cNvPr id="10" name="9 Cheurón"/>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p>
        </p:txBody>
      </p:sp>
      <p:sp>
        <p:nvSpPr>
          <p:cNvPr id="4" name="3 Marcador de texto"/>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s-ES"/>
              <a:t>Haga clic para modificar el estilo de texto del patrón</a:t>
            </a:r>
          </a:p>
        </p:txBody>
      </p:sp>
      <p:sp>
        <p:nvSpPr>
          <p:cNvPr id="3" name="2 Marcador de posición de imagen"/>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s-ES" noProof="0" dirty="0"/>
              <a:t>Haga clic en el icono para agregar una imagen</a:t>
            </a:r>
            <a:endParaRPr lang="en-US" noProof="0" dirty="0"/>
          </a:p>
        </p:txBody>
      </p:sp>
      <p:sp>
        <p:nvSpPr>
          <p:cNvPr id="2" name="1 Título"/>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s-ES"/>
              <a:t>Haga clic para modificar el estilo de título del patrón</a:t>
            </a:r>
            <a:endParaRPr lang="en-US"/>
          </a:p>
        </p:txBody>
      </p:sp>
      <p:sp>
        <p:nvSpPr>
          <p:cNvPr id="11" name="4 Marcador de fecha"/>
          <p:cNvSpPr>
            <a:spLocks noGrp="1"/>
          </p:cNvSpPr>
          <p:nvPr>
            <p:ph type="dt" sz="half" idx="10"/>
          </p:nvPr>
        </p:nvSpPr>
        <p:spPr/>
        <p:txBody>
          <a:bodyPr/>
          <a:lstStyle>
            <a:lvl1pPr>
              <a:defRPr>
                <a:solidFill>
                  <a:schemeClr val="tx1"/>
                </a:solidFill>
              </a:defRPr>
            </a:lvl1pPr>
            <a:extLst/>
          </a:lstStyle>
          <a:p>
            <a:pPr>
              <a:defRPr/>
            </a:pPr>
            <a:fld id="{3C642694-E92E-4ABA-94EA-726726D627CF}" type="datetime1">
              <a:rPr lang="es-ES"/>
              <a:pPr>
                <a:defRPr/>
              </a:pPr>
              <a:t>07/08/2018</a:t>
            </a:fld>
            <a:endParaRPr lang="es-ES" dirty="0"/>
          </a:p>
        </p:txBody>
      </p:sp>
      <p:sp>
        <p:nvSpPr>
          <p:cNvPr id="12" name="5 Marcador de pie de página"/>
          <p:cNvSpPr>
            <a:spLocks noGrp="1"/>
          </p:cNvSpPr>
          <p:nvPr>
            <p:ph type="ftr" sz="quarter" idx="11"/>
          </p:nvPr>
        </p:nvSpPr>
        <p:spPr/>
        <p:txBody>
          <a:bodyPr/>
          <a:lstStyle>
            <a:lvl1pPr>
              <a:defRPr>
                <a:solidFill>
                  <a:schemeClr val="tx1"/>
                </a:solidFill>
              </a:defRPr>
            </a:lvl1pPr>
            <a:extLst/>
          </a:lstStyle>
          <a:p>
            <a:pPr>
              <a:defRPr/>
            </a:pPr>
            <a:endParaRPr lang="es-ES"/>
          </a:p>
        </p:txBody>
      </p:sp>
      <p:sp>
        <p:nvSpPr>
          <p:cNvPr id="13" name="6 Marcador de número de diapositiva"/>
          <p:cNvSpPr>
            <a:spLocks noGrp="1"/>
          </p:cNvSpPr>
          <p:nvPr>
            <p:ph type="sldNum" sz="quarter" idx="12"/>
          </p:nvPr>
        </p:nvSpPr>
        <p:spPr/>
        <p:txBody>
          <a:bodyPr/>
          <a:lstStyle>
            <a:lvl1pPr>
              <a:defRPr>
                <a:solidFill>
                  <a:schemeClr val="tx1"/>
                </a:solidFill>
              </a:defRPr>
            </a:lvl1pPr>
            <a:extLst/>
          </a:lstStyle>
          <a:p>
            <a:pPr>
              <a:defRPr/>
            </a:pPr>
            <a:fld id="{88314A24-53D4-4FB9-8387-D646B04AF412}" type="slidenum">
              <a:rPr lang="es-ES"/>
              <a:pPr>
                <a:defRPr/>
              </a:pPr>
              <a:t>‹Nº›</a:t>
            </a:fld>
            <a:endParaRPr lang="es-ES" dirty="0"/>
          </a:p>
        </p:txBody>
      </p:sp>
    </p:spTree>
  </p:cSld>
  <p:clrMapOvr>
    <a:overrideClrMapping bg1="dk1" tx1="lt1" bg2="dk2" tx2="lt2" accent1="accent1" accent2="accent2" accent3="accent3" accent4="accent4" accent5="accent5" accent6="accent6" hlink="hlink" folHlink="folHlink"/>
  </p:clrMapOvr>
  <p:transition spd="med" advClick="0" advTm="20000">
    <p:wheel spokes="8"/>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texto vertical"/>
          <p:cNvSpPr>
            <a:spLocks noGrp="1"/>
          </p:cNvSpPr>
          <p:nvPr>
            <p:ph type="body" orient="vert" idx="1"/>
          </p:nvPr>
        </p:nvSpPr>
        <p:spPr>
          <a:xfrm>
            <a:off x="457200" y="1481329"/>
            <a:ext cx="8229600" cy="4386071"/>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9 Marcador de fecha"/>
          <p:cNvSpPr>
            <a:spLocks noGrp="1"/>
          </p:cNvSpPr>
          <p:nvPr>
            <p:ph type="dt" sz="half" idx="10"/>
          </p:nvPr>
        </p:nvSpPr>
        <p:spPr/>
        <p:txBody>
          <a:bodyPr/>
          <a:lstStyle>
            <a:lvl1pPr>
              <a:defRPr/>
            </a:lvl1pPr>
          </a:lstStyle>
          <a:p>
            <a:pPr>
              <a:defRPr/>
            </a:pPr>
            <a:fld id="{C833A4F8-F3F9-491F-A516-D59EB26D5AC0}" type="datetime1">
              <a:rPr lang="es-ES"/>
              <a:pPr>
                <a:defRPr/>
              </a:pPr>
              <a:t>07/08/2018</a:t>
            </a:fld>
            <a:endParaRPr lang="es-ES" dirty="0"/>
          </a:p>
        </p:txBody>
      </p:sp>
      <p:sp>
        <p:nvSpPr>
          <p:cNvPr id="5" name="21 Marcador de pie de página"/>
          <p:cNvSpPr>
            <a:spLocks noGrp="1"/>
          </p:cNvSpPr>
          <p:nvPr>
            <p:ph type="ftr" sz="quarter" idx="11"/>
          </p:nvPr>
        </p:nvSpPr>
        <p:spPr/>
        <p:txBody>
          <a:bodyPr/>
          <a:lstStyle>
            <a:lvl1pPr>
              <a:defRPr/>
            </a:lvl1pPr>
          </a:lstStyle>
          <a:p>
            <a:pPr>
              <a:defRPr/>
            </a:pPr>
            <a:endParaRPr lang="es-ES"/>
          </a:p>
        </p:txBody>
      </p:sp>
      <p:sp>
        <p:nvSpPr>
          <p:cNvPr id="6" name="17 Marcador de número de diapositiva"/>
          <p:cNvSpPr>
            <a:spLocks noGrp="1"/>
          </p:cNvSpPr>
          <p:nvPr>
            <p:ph type="sldNum" sz="quarter" idx="12"/>
          </p:nvPr>
        </p:nvSpPr>
        <p:spPr/>
        <p:txBody>
          <a:bodyPr/>
          <a:lstStyle>
            <a:lvl1pPr>
              <a:defRPr/>
            </a:lvl1pPr>
          </a:lstStyle>
          <a:p>
            <a:pPr>
              <a:defRPr/>
            </a:pPr>
            <a:fld id="{61764F88-4B92-42C4-BC26-99BD6D121298}" type="slidenum">
              <a:rPr lang="es-ES"/>
              <a:pPr>
                <a:defRPr/>
              </a:pPr>
              <a:t>‹Nº›</a:t>
            </a:fld>
            <a:endParaRPr lang="es-ES" dirty="0"/>
          </a:p>
        </p:txBody>
      </p:sp>
    </p:spTree>
  </p:cSld>
  <p:clrMapOvr>
    <a:masterClrMapping/>
  </p:clrMapOvr>
  <p:transition spd="med" advClick="0" advTm="20000">
    <p:wheel spokes="8"/>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844013" y="274640"/>
            <a:ext cx="1777470" cy="5592761"/>
          </a:xfrm>
        </p:spPr>
        <p:txBody>
          <a:bodyPr vert="eaVert"/>
          <a:lstStyle/>
          <a:p>
            <a:r>
              <a:rPr lang="es-ES"/>
              <a:t>Haga clic para modificar el estilo de título del patrón</a:t>
            </a:r>
            <a:endParaRPr lang="en-US"/>
          </a:p>
        </p:txBody>
      </p:sp>
      <p:sp>
        <p:nvSpPr>
          <p:cNvPr id="3" name="2 Marcador de texto vertical"/>
          <p:cNvSpPr>
            <a:spLocks noGrp="1"/>
          </p:cNvSpPr>
          <p:nvPr>
            <p:ph type="body" orient="vert" idx="1"/>
          </p:nvPr>
        </p:nvSpPr>
        <p:spPr>
          <a:xfrm>
            <a:off x="457200" y="274641"/>
            <a:ext cx="6324600" cy="5592760"/>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9 Marcador de fecha"/>
          <p:cNvSpPr>
            <a:spLocks noGrp="1"/>
          </p:cNvSpPr>
          <p:nvPr>
            <p:ph type="dt" sz="half" idx="10"/>
          </p:nvPr>
        </p:nvSpPr>
        <p:spPr/>
        <p:txBody>
          <a:bodyPr/>
          <a:lstStyle>
            <a:lvl1pPr>
              <a:defRPr/>
            </a:lvl1pPr>
          </a:lstStyle>
          <a:p>
            <a:pPr>
              <a:defRPr/>
            </a:pPr>
            <a:fld id="{A3F70DDA-1DF2-43C8-B9C9-48CBFC7C007A}" type="datetime1">
              <a:rPr lang="es-ES"/>
              <a:pPr>
                <a:defRPr/>
              </a:pPr>
              <a:t>07/08/2018</a:t>
            </a:fld>
            <a:endParaRPr lang="es-ES" dirty="0"/>
          </a:p>
        </p:txBody>
      </p:sp>
      <p:sp>
        <p:nvSpPr>
          <p:cNvPr id="5" name="21 Marcador de pie de página"/>
          <p:cNvSpPr>
            <a:spLocks noGrp="1"/>
          </p:cNvSpPr>
          <p:nvPr>
            <p:ph type="ftr" sz="quarter" idx="11"/>
          </p:nvPr>
        </p:nvSpPr>
        <p:spPr/>
        <p:txBody>
          <a:bodyPr/>
          <a:lstStyle>
            <a:lvl1pPr>
              <a:defRPr/>
            </a:lvl1pPr>
          </a:lstStyle>
          <a:p>
            <a:pPr>
              <a:defRPr/>
            </a:pPr>
            <a:endParaRPr lang="es-ES"/>
          </a:p>
        </p:txBody>
      </p:sp>
      <p:sp>
        <p:nvSpPr>
          <p:cNvPr id="6" name="17 Marcador de número de diapositiva"/>
          <p:cNvSpPr>
            <a:spLocks noGrp="1"/>
          </p:cNvSpPr>
          <p:nvPr>
            <p:ph type="sldNum" sz="quarter" idx="12"/>
          </p:nvPr>
        </p:nvSpPr>
        <p:spPr/>
        <p:txBody>
          <a:bodyPr/>
          <a:lstStyle>
            <a:lvl1pPr>
              <a:defRPr/>
            </a:lvl1pPr>
          </a:lstStyle>
          <a:p>
            <a:pPr>
              <a:defRPr/>
            </a:pPr>
            <a:fld id="{A5E70D1A-1C3F-482D-9676-BC7AF9F53450}" type="slidenum">
              <a:rPr lang="es-ES"/>
              <a:pPr>
                <a:defRPr/>
              </a:pPr>
              <a:t>‹Nº›</a:t>
            </a:fld>
            <a:endParaRPr lang="es-ES" dirty="0"/>
          </a:p>
        </p:txBody>
      </p:sp>
    </p:spTree>
  </p:cSld>
  <p:clrMapOvr>
    <a:masterClrMapping/>
  </p:clrMapOvr>
  <p:transition spd="med" advClick="0" advTm="20000">
    <p:wheel spokes="8"/>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12 Forma libre"/>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12" name="11 Forma libre"/>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fontAlgn="auto">
              <a:spcBef>
                <a:spcPts val="0"/>
              </a:spcBef>
              <a:spcAft>
                <a:spcPts val="0"/>
              </a:spcAft>
              <a:defRPr/>
            </a:pPr>
            <a:endParaRPr lang="en-US" dirty="0">
              <a:latin typeface="+mn-lt"/>
            </a:endParaRPr>
          </a:p>
        </p:txBody>
      </p:sp>
      <p:sp>
        <p:nvSpPr>
          <p:cNvPr id="14" name="13 Triángulo rectángulo"/>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cxnSp>
        <p:nvCxnSpPr>
          <p:cNvPr id="15" name="14 Conector recto"/>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8 Marcador de título"/>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s-ES"/>
              <a:t>Haga clic para modificar el estilo de título del patrón</a:t>
            </a:r>
            <a:endParaRPr lang="en-US"/>
          </a:p>
        </p:txBody>
      </p:sp>
      <p:sp>
        <p:nvSpPr>
          <p:cNvPr id="2057" name="29 Marcador de texto"/>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0" name="9 Marcador de fecha"/>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a:solidFill>
                  <a:schemeClr val="tx1"/>
                </a:solidFill>
                <a:latin typeface="+mn-lt"/>
              </a:defRPr>
            </a:lvl1pPr>
            <a:extLst/>
          </a:lstStyle>
          <a:p>
            <a:pPr>
              <a:defRPr/>
            </a:pPr>
            <a:fld id="{A1616648-DE52-4571-854A-8B7721EFEB81}" type="datetime1">
              <a:rPr lang="es-ES"/>
              <a:pPr>
                <a:defRPr/>
              </a:pPr>
              <a:t>07/08/2018</a:t>
            </a:fld>
            <a:endParaRPr lang="es-ES" dirty="0"/>
          </a:p>
        </p:txBody>
      </p:sp>
      <p:sp>
        <p:nvSpPr>
          <p:cNvPr id="22" name="21 Marcador de pie de página"/>
          <p:cNvSpPr>
            <a:spLocks noGrp="1"/>
          </p:cNvSpPr>
          <p:nvPr>
            <p:ph type="ftr" sz="quarter" idx="3"/>
          </p:nvPr>
        </p:nvSpPr>
        <p:spPr>
          <a:xfrm>
            <a:off x="4379913" y="6408738"/>
            <a:ext cx="2351087" cy="365125"/>
          </a:xfrm>
          <a:prstGeom prst="rect">
            <a:avLst/>
          </a:prstGeom>
        </p:spPr>
        <p:txBody>
          <a:bodyPr vert="horz" anchor="b"/>
          <a:lstStyle>
            <a:lvl1pPr algn="r" eaLnBrk="1" fontAlgn="auto" latinLnBrk="0" hangingPunct="1">
              <a:spcBef>
                <a:spcPts val="0"/>
              </a:spcBef>
              <a:spcAft>
                <a:spcPts val="0"/>
              </a:spcAft>
              <a:defRPr kumimoji="0" sz="1000">
                <a:solidFill>
                  <a:schemeClr val="tx1"/>
                </a:solidFill>
                <a:latin typeface="+mn-lt"/>
              </a:defRPr>
            </a:lvl1pPr>
            <a:extLst/>
          </a:lstStyle>
          <a:p>
            <a:pPr>
              <a:defRPr/>
            </a:pPr>
            <a:endParaRPr lang="es-ES"/>
          </a:p>
        </p:txBody>
      </p:sp>
      <p:sp>
        <p:nvSpPr>
          <p:cNvPr id="18" name="17 Marcador de número de diapositiva"/>
          <p:cNvSpPr>
            <a:spLocks noGrp="1"/>
          </p:cNvSpPr>
          <p:nvPr>
            <p:ph type="sldNum" sz="quarter" idx="4"/>
          </p:nvPr>
        </p:nvSpPr>
        <p:spPr>
          <a:xfrm>
            <a:off x="8647113" y="6408738"/>
            <a:ext cx="366712" cy="365125"/>
          </a:xfrm>
          <a:prstGeom prst="rect">
            <a:avLst/>
          </a:prstGeom>
        </p:spPr>
        <p:txBody>
          <a:bodyPr vert="horz" anchor="b"/>
          <a:lstStyle>
            <a:lvl1pPr algn="r" eaLnBrk="1" fontAlgn="auto" latinLnBrk="0" hangingPunct="1">
              <a:spcBef>
                <a:spcPts val="0"/>
              </a:spcBef>
              <a:spcAft>
                <a:spcPts val="0"/>
              </a:spcAft>
              <a:defRPr kumimoji="0" sz="1000" b="0">
                <a:solidFill>
                  <a:schemeClr val="tx1"/>
                </a:solidFill>
                <a:latin typeface="+mn-lt"/>
              </a:defRPr>
            </a:lvl1pPr>
            <a:extLst/>
          </a:lstStyle>
          <a:p>
            <a:pPr>
              <a:defRPr/>
            </a:pPr>
            <a:fld id="{DC12070E-F4EA-4701-AD5C-6C0278294AE1}" type="slidenum">
              <a:rPr lang="es-ES"/>
              <a:pPr>
                <a:defRPr/>
              </a:pPr>
              <a:t>‹Nº›</a:t>
            </a:fld>
            <a:endParaRPr lang="es-ES" dirty="0"/>
          </a:p>
        </p:txBody>
      </p:sp>
    </p:spTree>
  </p:cSld>
  <p:clrMap bg1="lt1" tx1="dk1" bg2="lt2" tx2="dk2" accent1="accent1" accent2="accent2" accent3="accent3" accent4="accent4" accent5="accent5" accent6="accent6" hlink="hlink" folHlink="folHlink"/>
  <p:sldLayoutIdLst>
    <p:sldLayoutId id="2147483773" r:id="rId1"/>
    <p:sldLayoutId id="2147483769" r:id="rId2"/>
    <p:sldLayoutId id="2147483774" r:id="rId3"/>
    <p:sldLayoutId id="2147483775" r:id="rId4"/>
    <p:sldLayoutId id="2147483776" r:id="rId5"/>
    <p:sldLayoutId id="2147483777" r:id="rId6"/>
    <p:sldLayoutId id="2147483770" r:id="rId7"/>
    <p:sldLayoutId id="2147483778" r:id="rId8"/>
    <p:sldLayoutId id="2147483779" r:id="rId9"/>
    <p:sldLayoutId id="2147483771" r:id="rId10"/>
    <p:sldLayoutId id="2147483772" r:id="rId11"/>
  </p:sldLayoutIdLst>
  <p:transition spd="med" advClick="0" advTm="20000">
    <p:wheel spokes="8"/>
  </p:transition>
  <p:hf sldNum="0" hdr="0" ftr="0" dt="0"/>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defRPr>
      </a:lvl2pPr>
      <a:lvl3pPr algn="l" rtl="0" eaLnBrk="0" fontAlgn="base" hangingPunct="0">
        <a:spcBef>
          <a:spcPct val="0"/>
        </a:spcBef>
        <a:spcAft>
          <a:spcPct val="0"/>
        </a:spcAft>
        <a:defRPr sz="4100" b="1">
          <a:solidFill>
            <a:schemeClr val="tx2"/>
          </a:solidFill>
          <a:latin typeface="Lucida Sans Unicode" pitchFamily="34" charset="0"/>
        </a:defRPr>
      </a:lvl3pPr>
      <a:lvl4pPr algn="l" rtl="0" eaLnBrk="0" fontAlgn="base" hangingPunct="0">
        <a:spcBef>
          <a:spcPct val="0"/>
        </a:spcBef>
        <a:spcAft>
          <a:spcPct val="0"/>
        </a:spcAft>
        <a:defRPr sz="4100" b="1">
          <a:solidFill>
            <a:schemeClr val="tx2"/>
          </a:solidFill>
          <a:latin typeface="Lucida Sans Unicode" pitchFamily="34" charset="0"/>
        </a:defRPr>
      </a:lvl4pPr>
      <a:lvl5pPr algn="l" rtl="0" eaLnBrk="0" fontAlgn="base" hangingPunct="0">
        <a:spcBef>
          <a:spcPct val="0"/>
        </a:spcBef>
        <a:spcAft>
          <a:spcPct val="0"/>
        </a:spcAft>
        <a:defRPr sz="4100" b="1">
          <a:solidFill>
            <a:schemeClr val="tx2"/>
          </a:solidFill>
          <a:latin typeface="Lucida Sans Unicode" pitchFamily="34" charset="0"/>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slideLayout" Target="../slideLayouts/slideLayout3.xml"/><Relationship Id="rId1" Type="http://schemas.openxmlformats.org/officeDocument/2006/relationships/audio" Target="file:///C:\Users\Antonio\Music\Mike%20Oldfield\The%20Songs%20of%20Distant%20Earth\02%20Let%20There%20Be%20Light.wma" TargetMode="Externa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emf"/></Relationships>
</file>

<file path=ppt/slides/_rels/slide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5.xml.rels><?xml version="1.0" encoding="UTF-8" standalone="yes"?>
<Relationships xmlns="http://schemas.openxmlformats.org/package/2006/relationships"><Relationship Id="rId8" Type="http://schemas.openxmlformats.org/officeDocument/2006/relationships/image" Target="../media/image21.jpeg"/><Relationship Id="rId13" Type="http://schemas.openxmlformats.org/officeDocument/2006/relationships/image" Target="../media/image24.png"/><Relationship Id="rId3" Type="http://schemas.openxmlformats.org/officeDocument/2006/relationships/image" Target="../media/image17.jpeg"/><Relationship Id="rId7" Type="http://schemas.openxmlformats.org/officeDocument/2006/relationships/hyperlink" Target="http://www.guardiacivil.org/" TargetMode="External"/><Relationship Id="rId12" Type="http://schemas.openxmlformats.org/officeDocument/2006/relationships/image" Target="../media/image23.jpeg"/><Relationship Id="rId17" Type="http://schemas.openxmlformats.org/officeDocument/2006/relationships/image" Target="../media/image28.png"/><Relationship Id="rId2" Type="http://schemas.openxmlformats.org/officeDocument/2006/relationships/image" Target="../media/image16.png"/><Relationship Id="rId16" Type="http://schemas.openxmlformats.org/officeDocument/2006/relationships/image" Target="../media/image27.jpeg"/><Relationship Id="rId1" Type="http://schemas.openxmlformats.org/officeDocument/2006/relationships/slideLayout" Target="../slideLayouts/slideLayout7.xml"/><Relationship Id="rId6" Type="http://schemas.openxmlformats.org/officeDocument/2006/relationships/image" Target="../media/image20.jpeg"/><Relationship Id="rId11" Type="http://schemas.openxmlformats.org/officeDocument/2006/relationships/hyperlink" Target="http://www.policia.es/" TargetMode="External"/><Relationship Id="rId5" Type="http://schemas.openxmlformats.org/officeDocument/2006/relationships/image" Target="../media/image19.jpeg"/><Relationship Id="rId15" Type="http://schemas.openxmlformats.org/officeDocument/2006/relationships/image" Target="../media/image26.png"/><Relationship Id="rId10" Type="http://schemas.openxmlformats.org/officeDocument/2006/relationships/image" Target="../media/image22.jpeg"/><Relationship Id="rId4" Type="http://schemas.openxmlformats.org/officeDocument/2006/relationships/image" Target="../media/image18.jpeg"/><Relationship Id="rId9" Type="http://schemas.openxmlformats.org/officeDocument/2006/relationships/hyperlink" Target="http://www.gencat.net/mossos" TargetMode="External"/><Relationship Id="rId14" Type="http://schemas.openxmlformats.org/officeDocument/2006/relationships/image" Target="../media/image25.png"/></Relationships>
</file>

<file path=ppt/slides/_rels/slide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image" Target="../media/image34.jpeg"/><Relationship Id="rId7" Type="http://schemas.openxmlformats.org/officeDocument/2006/relationships/image" Target="../media/image37.jpeg"/><Relationship Id="rId2" Type="http://schemas.openxmlformats.org/officeDocument/2006/relationships/image" Target="../media/image33.jpeg"/><Relationship Id="rId1" Type="http://schemas.openxmlformats.org/officeDocument/2006/relationships/slideLayout" Target="../slideLayouts/slideLayout3.xml"/><Relationship Id="rId6" Type="http://schemas.openxmlformats.org/officeDocument/2006/relationships/image" Target="../media/image36.jpeg"/><Relationship Id="rId5" Type="http://schemas.openxmlformats.org/officeDocument/2006/relationships/image" Target="../media/image35.jpeg"/><Relationship Id="rId4" Type="http://schemas.openxmlformats.org/officeDocument/2006/relationships/image" Target="../media/image31.jpeg"/></Relationships>
</file>

<file path=ppt/slides/_rels/slide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hyperlink" Target="mailto:secretario@ajse.es" TargetMode="External"/><Relationship Id="rId1" Type="http://schemas.openxmlformats.org/officeDocument/2006/relationships/slideLayout" Target="../slideLayouts/slideLayout3.xml"/><Relationship Id="rId5" Type="http://schemas.openxmlformats.org/officeDocument/2006/relationships/image" Target="../media/image40.jpeg"/><Relationship Id="rId4" Type="http://schemas.openxmlformats.org/officeDocument/2006/relationships/image" Target="../media/image39.jpeg"/></Relationships>
</file>

<file path=ppt/slides/_rels/slide10.xml.rels><?xml version="1.0" encoding="UTF-8" standalone="yes"?>
<Relationships xmlns="http://schemas.openxmlformats.org/package/2006/relationships"><Relationship Id="rId8" Type="http://schemas.openxmlformats.org/officeDocument/2006/relationships/image" Target="../media/image47.jpeg"/><Relationship Id="rId3" Type="http://schemas.openxmlformats.org/officeDocument/2006/relationships/image" Target="../media/image42.jpeg"/><Relationship Id="rId7" Type="http://schemas.openxmlformats.org/officeDocument/2006/relationships/image" Target="../media/image46.jpeg"/><Relationship Id="rId12" Type="http://schemas.openxmlformats.org/officeDocument/2006/relationships/image" Target="../media/image51.jpeg"/><Relationship Id="rId2" Type="http://schemas.openxmlformats.org/officeDocument/2006/relationships/image" Target="../media/image41.png"/><Relationship Id="rId1" Type="http://schemas.openxmlformats.org/officeDocument/2006/relationships/slideLayout" Target="../slideLayouts/slideLayout3.xml"/><Relationship Id="rId6" Type="http://schemas.openxmlformats.org/officeDocument/2006/relationships/image" Target="../media/image45.jpeg"/><Relationship Id="rId11" Type="http://schemas.openxmlformats.org/officeDocument/2006/relationships/image" Target="../media/image50.jpeg"/><Relationship Id="rId5" Type="http://schemas.openxmlformats.org/officeDocument/2006/relationships/image" Target="../media/image44.jpeg"/><Relationship Id="rId10" Type="http://schemas.openxmlformats.org/officeDocument/2006/relationships/image" Target="../media/image49.jpeg"/><Relationship Id="rId4" Type="http://schemas.openxmlformats.org/officeDocument/2006/relationships/image" Target="../media/image43.jpeg"/><Relationship Id="rId9" Type="http://schemas.openxmlformats.org/officeDocument/2006/relationships/image" Target="../media/image48.jpeg"/></Relationships>
</file>

<file path=ppt/slides/_rels/slide1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1.jpeg"/><Relationship Id="rId1" Type="http://schemas.openxmlformats.org/officeDocument/2006/relationships/slideLayout" Target="../slideLayouts/slideLayout3.xml"/><Relationship Id="rId4" Type="http://schemas.openxmlformats.org/officeDocument/2006/relationships/image" Target="../media/image5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57224" y="1285860"/>
            <a:ext cx="7772400" cy="1614486"/>
          </a:xfrm>
          <a:effectLst>
            <a:outerShdw blurRad="50800" dist="38100" dir="10800000" algn="r" rotWithShape="0">
              <a:prstClr val="black">
                <a:alpha val="40000"/>
              </a:prstClr>
            </a:outerShdw>
          </a:effectLst>
        </p:spPr>
        <p:txBody>
          <a:bodyPr>
            <a:normAutofit/>
          </a:bodyPr>
          <a:lstStyle/>
          <a:p>
            <a:pPr eaLnBrk="1" fontAlgn="auto" hangingPunct="1">
              <a:spcAft>
                <a:spcPts val="0"/>
              </a:spcAft>
              <a:defRPr/>
            </a:pPr>
            <a:r>
              <a:rPr lang="es-ES" sz="5400" i="1" dirty="0">
                <a:solidFill>
                  <a:schemeClr val="accent2">
                    <a:lumMod val="75000"/>
                  </a:schemeClr>
                </a:solidFill>
              </a:rPr>
              <a:t>PRESENTACIÓN</a:t>
            </a:r>
          </a:p>
        </p:txBody>
      </p:sp>
      <p:sp>
        <p:nvSpPr>
          <p:cNvPr id="3" name="2 Subtítulo"/>
          <p:cNvSpPr>
            <a:spLocks noGrp="1"/>
          </p:cNvSpPr>
          <p:nvPr>
            <p:ph type="body" idx="1"/>
          </p:nvPr>
        </p:nvSpPr>
        <p:spPr>
          <a:xfrm>
            <a:off x="3922712" y="3000372"/>
            <a:ext cx="5041775" cy="1051471"/>
          </a:xfrm>
          <a:noFill/>
          <a:scene3d>
            <a:camera prst="orthographicFront"/>
            <a:lightRig rig="threePt" dir="t"/>
          </a:scene3d>
          <a:sp3d prstMaterial="dkEdge"/>
        </p:spPr>
        <p:txBody>
          <a:bodyPr>
            <a:normAutofit/>
          </a:bodyPr>
          <a:lstStyle/>
          <a:p>
            <a:pPr eaLnBrk="1" fontAlgn="auto" hangingPunct="1">
              <a:spcAft>
                <a:spcPts val="0"/>
              </a:spcAft>
              <a:buFont typeface="Wingdings 3"/>
              <a:buNone/>
              <a:defRPr/>
            </a:pPr>
            <a:r>
              <a:rPr lang="es-ES" sz="2000" b="1" dirty="0">
                <a:ln w="12700">
                  <a:solidFill>
                    <a:schemeClr val="tx2">
                      <a:satMod val="155000"/>
                    </a:schemeClr>
                  </a:solidFill>
                  <a:prstDash val="solid"/>
                </a:ln>
                <a:solidFill>
                  <a:schemeClr val="tx2">
                    <a:lumMod val="50000"/>
                  </a:schemeClr>
                </a:solidFill>
                <a:effectLst>
                  <a:outerShdw blurRad="41275" dist="20320" dir="1800000" algn="tl" rotWithShape="0">
                    <a:srgbClr val="000000">
                      <a:alpha val="40000"/>
                    </a:srgbClr>
                  </a:outerShdw>
                </a:effectLst>
              </a:rPr>
              <a:t>Asociación de Jefes de Seguridad de  España, AJSE  e ISCA  Internacional</a:t>
            </a:r>
          </a:p>
        </p:txBody>
      </p:sp>
      <p:pic>
        <p:nvPicPr>
          <p:cNvPr id="10246" name="Picture 2" descr="C:\Documents and Settings\Administrador\Escritorio\images.jpeg"/>
          <p:cNvPicPr>
            <a:picLocks noChangeAspect="1" noChangeArrowheads="1"/>
          </p:cNvPicPr>
          <p:nvPr/>
        </p:nvPicPr>
        <p:blipFill>
          <a:blip r:embed="rId3" cstate="print"/>
          <a:srcRect/>
          <a:stretch>
            <a:fillRect/>
          </a:stretch>
        </p:blipFill>
        <p:spPr bwMode="auto">
          <a:xfrm>
            <a:off x="214313" y="5458054"/>
            <a:ext cx="1285853" cy="1252309"/>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0247" name="Picture 3" descr="C:\Documents and Settings\Administrador\Escritorio\images.jpeg"/>
          <p:cNvPicPr>
            <a:picLocks noChangeAspect="1" noChangeArrowheads="1"/>
          </p:cNvPicPr>
          <p:nvPr/>
        </p:nvPicPr>
        <p:blipFill>
          <a:blip r:embed="rId4" cstate="print"/>
          <a:srcRect/>
          <a:stretch>
            <a:fillRect/>
          </a:stretch>
        </p:blipFill>
        <p:spPr bwMode="auto">
          <a:xfrm>
            <a:off x="4786314" y="4286256"/>
            <a:ext cx="3857625" cy="221456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8" name="02 Let There Be Light.wma">
            <a:hlinkClick r:id="" action="ppaction://media"/>
          </p:cNvPr>
          <p:cNvPicPr>
            <a:picLocks noRot="1" noChangeAspect="1"/>
          </p:cNvPicPr>
          <p:nvPr>
            <a:audioFile r:link="rId1"/>
          </p:nvPr>
        </p:nvPicPr>
        <p:blipFill>
          <a:blip r:embed="rId5"/>
          <a:stretch>
            <a:fillRect/>
          </a:stretch>
        </p:blipFill>
        <p:spPr>
          <a:xfrm>
            <a:off x="8358214" y="571480"/>
            <a:ext cx="304800" cy="304800"/>
          </a:xfrm>
          <a:prstGeom prst="rect">
            <a:avLst/>
          </a:prstGeom>
        </p:spPr>
      </p:pic>
      <p:pic>
        <p:nvPicPr>
          <p:cNvPr id="4" name="Picture 1" descr="C:\Users\Antonio\Desktop\AJSE\LOGOS\LOGOS 2\ajse new.png"/>
          <p:cNvPicPr>
            <a:picLocks noChangeAspect="1" noChangeArrowheads="1"/>
          </p:cNvPicPr>
          <p:nvPr/>
        </p:nvPicPr>
        <p:blipFill>
          <a:blip r:embed="rId6" cstate="print"/>
          <a:srcRect/>
          <a:stretch>
            <a:fillRect/>
          </a:stretch>
        </p:blipFill>
        <p:spPr bwMode="auto">
          <a:xfrm>
            <a:off x="4315606" y="134363"/>
            <a:ext cx="3786214" cy="1179032"/>
          </a:xfrm>
          <a:prstGeom prst="rect">
            <a:avLst/>
          </a:prstGeom>
          <a:noFill/>
        </p:spPr>
      </p:pic>
      <p:pic>
        <p:nvPicPr>
          <p:cNvPr id="6" name="Imagen 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9186" y="232975"/>
            <a:ext cx="3171244" cy="981809"/>
          </a:xfrm>
          <a:prstGeom prst="rect">
            <a:avLst/>
          </a:prstGeom>
          <a:effectLst>
            <a:reflection blurRad="6350" stA="50000" endA="300" endPos="55500" dist="101600" dir="5400000" sy="-100000" algn="bl" rotWithShape="0"/>
          </a:effectLst>
        </p:spPr>
      </p:pic>
    </p:spTree>
  </p:cSld>
  <p:clrMapOvr>
    <a:masterClrMapping/>
  </p:clrMapOvr>
  <p:transition spd="med" advClick="0" advTm="20000">
    <p:wheel spokes="8"/>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97459"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p:cTn id="7" fill="hold" display="0">
                  <p:stCondLst>
                    <p:cond delay="indefinite"/>
                  </p:stCondLst>
                  <p:endCondLst>
                    <p:cond evt="onNext" delay="0">
                      <p:tgtEl>
                        <p:sldTgt/>
                      </p:tgtEl>
                    </p:cond>
                    <p:cond evt="onPrev" delay="0">
                      <p:tgtEl>
                        <p:sldTgt/>
                      </p:tgtEl>
                    </p:cond>
                    <p:cond evt="onStopAudio" delay="0">
                      <p:tgtEl>
                        <p:sldTgt/>
                      </p:tgtEl>
                    </p:cond>
                  </p:endCondLst>
                </p:cTn>
                <p:tgtEl>
                  <p:spTgt spid="8"/>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a:scene3d>
            <a:camera prst="orthographicFront"/>
            <a:lightRig rig="flat" dir="t"/>
          </a:scene3d>
        </p:spPr>
        <p:txBody>
          <a:bodyPr/>
          <a:lstStyle/>
          <a:p>
            <a:pPr eaLnBrk="1" fontAlgn="auto" hangingPunct="1">
              <a:spcAft>
                <a:spcPts val="0"/>
              </a:spcAft>
              <a:defRPr/>
            </a:pPr>
            <a:r>
              <a:rPr lang="es-ES" i="1" dirty="0">
                <a:solidFill>
                  <a:schemeClr val="accent6">
                    <a:lumMod val="75000"/>
                  </a:schemeClr>
                </a:solidFill>
              </a:rPr>
              <a:t>Crecimiento Anual:</a:t>
            </a:r>
          </a:p>
        </p:txBody>
      </p:sp>
      <p:sp>
        <p:nvSpPr>
          <p:cNvPr id="5" name="4 Marcador de texto"/>
          <p:cNvSpPr>
            <a:spLocks noGrp="1"/>
          </p:cNvSpPr>
          <p:nvPr>
            <p:ph type="body" idx="1"/>
          </p:nvPr>
        </p:nvSpPr>
        <p:spPr/>
        <p:txBody>
          <a:bodyPr/>
          <a:lstStyle/>
          <a:p>
            <a:r>
              <a:rPr lang="es-ES" b="1" u="sng" dirty="0">
                <a:solidFill>
                  <a:srgbClr val="FF0000"/>
                </a:solidFill>
              </a:rPr>
              <a:t>Evolución</a:t>
            </a:r>
          </a:p>
        </p:txBody>
      </p:sp>
      <p:graphicFrame>
        <p:nvGraphicFramePr>
          <p:cNvPr id="1026" name="3 Marcador de contenido"/>
          <p:cNvGraphicFramePr>
            <a:graphicFrameLocks noGrp="1"/>
          </p:cNvGraphicFramePr>
          <p:nvPr>
            <p:ph idx="4294967295"/>
            <p:extLst>
              <p:ext uri="{D42A27DB-BD31-4B8C-83A1-F6EECF244321}">
                <p14:modId xmlns:p14="http://schemas.microsoft.com/office/powerpoint/2010/main" val="2504039277"/>
              </p:ext>
            </p:extLst>
          </p:nvPr>
        </p:nvGraphicFramePr>
        <p:xfrm>
          <a:off x="3617913" y="3502025"/>
          <a:ext cx="5048250" cy="2538413"/>
        </p:xfrm>
        <a:graphic>
          <a:graphicData uri="http://schemas.openxmlformats.org/presentationml/2006/ole">
            <mc:AlternateContent xmlns:mc="http://schemas.openxmlformats.org/markup-compatibility/2006">
              <mc:Choice xmlns:v="urn:schemas-microsoft-com:vml" Requires="v">
                <p:oleObj spid="_x0000_s1030" name="Worksheet" r:id="rId3" imgW="8391485" imgH="4219713" progId="Excel.Sheet.8">
                  <p:embed/>
                </p:oleObj>
              </mc:Choice>
              <mc:Fallback>
                <p:oleObj name="Worksheet" r:id="rId3" imgW="8391485" imgH="4219713" progId="Excel.Sheet.8">
                  <p:embed/>
                  <p:pic>
                    <p:nvPicPr>
                      <p:cNvPr id="0" name="3 Marcador de contenido"/>
                      <p:cNvPicPr>
                        <a:picLocks noGrp="1" noChangeArrowheads="1"/>
                      </p:cNvPicPr>
                      <p:nvPr/>
                    </p:nvPicPr>
                    <p:blipFill>
                      <a:blip r:embed="rId4"/>
                      <a:srcRect/>
                      <a:stretch>
                        <a:fillRect/>
                      </a:stretch>
                    </p:blipFill>
                    <p:spPr bwMode="auto">
                      <a:xfrm>
                        <a:off x="3617913" y="3502025"/>
                        <a:ext cx="5048250" cy="2538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27" name="Picture 3" descr="C:\Users\Antonio\Desktop\AJSE\LOGOS\LOGOS 2\ajse new.png"/>
          <p:cNvPicPr>
            <a:picLocks noChangeAspect="1" noChangeArrowheads="1"/>
          </p:cNvPicPr>
          <p:nvPr/>
        </p:nvPicPr>
        <p:blipFill>
          <a:blip r:embed="rId5" cstate="print"/>
          <a:srcRect/>
          <a:stretch>
            <a:fillRect/>
          </a:stretch>
        </p:blipFill>
        <p:spPr bwMode="auto">
          <a:xfrm>
            <a:off x="5214942" y="357166"/>
            <a:ext cx="3660778" cy="1139971"/>
          </a:xfrm>
          <a:prstGeom prst="rect">
            <a:avLst/>
          </a:prstGeom>
          <a:noFill/>
        </p:spPr>
      </p:pic>
      <p:pic>
        <p:nvPicPr>
          <p:cNvPr id="6" name="Imagen 5"/>
          <p:cNvPicPr>
            <a:picLocks noChangeAspect="1"/>
          </p:cNvPicPr>
          <p:nvPr/>
        </p:nvPicPr>
        <p:blipFill>
          <a:blip r:embed="rId6"/>
          <a:stretch>
            <a:fillRect/>
          </a:stretch>
        </p:blipFill>
        <p:spPr>
          <a:xfrm>
            <a:off x="554435" y="357166"/>
            <a:ext cx="1609483" cy="1316850"/>
          </a:xfrm>
          <a:prstGeom prst="rect">
            <a:avLst/>
          </a:prstGeom>
          <a:effectLst>
            <a:reflection blurRad="6350" stA="50000" endA="300" endPos="90000" dir="5400000" sy="-100000" algn="bl" rotWithShape="0"/>
          </a:effectLst>
        </p:spPr>
      </p:pic>
    </p:spTree>
  </p:cSld>
  <p:clrMapOvr>
    <a:masterClrMapping/>
  </p:clrMapOvr>
  <p:transition spd="med" advClick="0" advTm="20000">
    <p:wheel spokes="8"/>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a:xfrm>
            <a:off x="428596" y="357166"/>
            <a:ext cx="8229600" cy="1143000"/>
          </a:xfrm>
          <a:scene3d>
            <a:camera prst="orthographicFront"/>
            <a:lightRig rig="glow" dir="t"/>
          </a:scene3d>
        </p:spPr>
        <p:txBody>
          <a:bodyPr/>
          <a:lstStyle/>
          <a:p>
            <a:pPr eaLnBrk="1" fontAlgn="auto" hangingPunct="1">
              <a:spcAft>
                <a:spcPts val="0"/>
              </a:spcAft>
              <a:defRPr/>
            </a:pPr>
            <a:r>
              <a:rPr lang="es-ES" i="1" dirty="0">
                <a:solidFill>
                  <a:schemeClr val="accent3">
                    <a:lumMod val="75000"/>
                  </a:schemeClr>
                </a:solidFill>
              </a:rPr>
              <a:t>Filosofía:</a:t>
            </a:r>
          </a:p>
        </p:txBody>
      </p:sp>
      <p:sp>
        <p:nvSpPr>
          <p:cNvPr id="2" name="1 Marcador de contenido"/>
          <p:cNvSpPr>
            <a:spLocks noGrp="1"/>
          </p:cNvSpPr>
          <p:nvPr>
            <p:ph idx="4294967295"/>
          </p:nvPr>
        </p:nvSpPr>
        <p:spPr>
          <a:xfrm>
            <a:off x="0" y="1481138"/>
            <a:ext cx="8229600" cy="4525962"/>
          </a:xfrm>
          <a:noFill/>
          <a:effectLst>
            <a:innerShdw blurRad="63500" dist="50800" dir="8100000">
              <a:prstClr val="black">
                <a:alpha val="50000"/>
              </a:prstClr>
            </a:innerShdw>
          </a:effectLst>
        </p:spPr>
        <p:txBody>
          <a:bodyPr>
            <a:normAutofit/>
          </a:bodyPr>
          <a:lstStyle/>
          <a:p>
            <a:pPr marL="365760" indent="-256032" algn="just" eaLnBrk="1" fontAlgn="auto" hangingPunct="1">
              <a:spcAft>
                <a:spcPts val="0"/>
              </a:spcAft>
              <a:buFont typeface="Wingdings 3"/>
              <a:buChar char=""/>
              <a:defRPr/>
            </a:pPr>
            <a:r>
              <a:rPr lang="es-ES" b="1" i="1" dirty="0">
                <a:solidFill>
                  <a:schemeClr val="accent2">
                    <a:lumMod val="75000"/>
                  </a:schemeClr>
                </a:solidFill>
              </a:rPr>
              <a:t>AJSE:</a:t>
            </a:r>
            <a:r>
              <a:rPr lang="es-ES" i="1" dirty="0"/>
              <a:t> </a:t>
            </a:r>
            <a:r>
              <a:rPr lang="es-ES" sz="1800" dirty="0">
                <a:solidFill>
                  <a:srgbClr val="FFC000"/>
                </a:solidFill>
              </a:rPr>
              <a:t>es una asociación sin animo de lucro, creada por y para defender los derechos de  todos nuestros  asociados, dignificando nuestro sector y formar al personal de Seguridad Privada, relacionarse con otros  sectores de seguridad pública y privada, para formar la Seguridad Integral y con ello la Carrera de Ciencias de la Seguridad, colaborando para este menester con entidades de gran prestigio de </a:t>
            </a:r>
            <a:r>
              <a:rPr lang="es-ES" sz="1800" b="1" dirty="0">
                <a:solidFill>
                  <a:srgbClr val="FFC000"/>
                </a:solidFill>
              </a:rPr>
              <a:t>España  y de otro países</a:t>
            </a:r>
            <a:endParaRPr lang="es-ES" sz="1800" dirty="0">
              <a:solidFill>
                <a:srgbClr val="FFC000"/>
              </a:solidFill>
            </a:endParaRPr>
          </a:p>
          <a:p>
            <a:pPr marL="365760" indent="-256032" eaLnBrk="1" fontAlgn="auto" hangingPunct="1">
              <a:spcAft>
                <a:spcPts val="0"/>
              </a:spcAft>
              <a:buFont typeface="Wingdings 3"/>
              <a:buChar char=""/>
              <a:defRPr/>
            </a:pPr>
            <a:endParaRPr lang="es-ES" sz="1800" dirty="0">
              <a:solidFill>
                <a:srgbClr val="FFC000"/>
              </a:solidFill>
            </a:endParaRPr>
          </a:p>
          <a:p>
            <a:pPr marL="365760" indent="-256032" algn="just" eaLnBrk="1" fontAlgn="auto" hangingPunct="1">
              <a:spcAft>
                <a:spcPts val="0"/>
              </a:spcAft>
              <a:buFont typeface="Wingdings 3"/>
              <a:buChar char=""/>
              <a:defRPr/>
            </a:pPr>
            <a:r>
              <a:rPr lang="es-ES" sz="1800" dirty="0">
                <a:solidFill>
                  <a:srgbClr val="FFC000"/>
                </a:solidFill>
              </a:rPr>
              <a:t>Nacida en el </a:t>
            </a:r>
            <a:r>
              <a:rPr lang="es-ES" sz="1800" b="1" dirty="0">
                <a:solidFill>
                  <a:srgbClr val="FFC000"/>
                </a:solidFill>
              </a:rPr>
              <a:t>2007</a:t>
            </a:r>
            <a:r>
              <a:rPr lang="es-ES" sz="1800" dirty="0">
                <a:solidFill>
                  <a:srgbClr val="FFC000"/>
                </a:solidFill>
              </a:rPr>
              <a:t>, en Barcelona de una idea inicial, fue tomando forma poco a poco y expandiéndose por el resto de la Península Ibérica, donde actualmente tenemos delegaciones en: </a:t>
            </a:r>
            <a:r>
              <a:rPr lang="es-ES" sz="1800" b="1" dirty="0">
                <a:solidFill>
                  <a:srgbClr val="FFC000"/>
                </a:solidFill>
              </a:rPr>
              <a:t>Andalucía, Murcia, Comunidad Valenciana</a:t>
            </a:r>
            <a:r>
              <a:rPr lang="es-ES" sz="1800" b="1" dirty="0">
                <a:solidFill>
                  <a:schemeClr val="accent3">
                    <a:lumMod val="75000"/>
                  </a:schemeClr>
                </a:solidFill>
              </a:rPr>
              <a:t>, Cataluña, Comunidad de Madrid, País Vasco, Principado de Asturias, Cantabria,</a:t>
            </a:r>
            <a:r>
              <a:rPr lang="es-ES" sz="1800" dirty="0">
                <a:solidFill>
                  <a:schemeClr val="accent3">
                    <a:lumMod val="75000"/>
                  </a:schemeClr>
                </a:solidFill>
              </a:rPr>
              <a:t> </a:t>
            </a:r>
            <a:r>
              <a:rPr lang="es-ES" sz="1800" b="1" dirty="0">
                <a:solidFill>
                  <a:schemeClr val="accent3">
                    <a:lumMod val="75000"/>
                  </a:schemeClr>
                </a:solidFill>
              </a:rPr>
              <a:t>Castilla la Mancha Extremadura,</a:t>
            </a:r>
            <a:r>
              <a:rPr lang="es-ES" sz="1800" dirty="0">
                <a:solidFill>
                  <a:schemeClr val="accent3">
                    <a:lumMod val="75000"/>
                  </a:schemeClr>
                </a:solidFill>
              </a:rPr>
              <a:t> </a:t>
            </a:r>
            <a:r>
              <a:rPr lang="es-ES" sz="1800" b="1" dirty="0">
                <a:solidFill>
                  <a:schemeClr val="accent3">
                    <a:lumMod val="75000"/>
                  </a:schemeClr>
                </a:solidFill>
              </a:rPr>
              <a:t>Castilla León, Aragón, Navarra, Galicia, Baleares, Canarias.</a:t>
            </a:r>
          </a:p>
          <a:p>
            <a:pPr marL="365760" indent="-256032" algn="just" eaLnBrk="1" fontAlgn="auto" hangingPunct="1">
              <a:spcAft>
                <a:spcPts val="0"/>
              </a:spcAft>
              <a:buFont typeface="Wingdings 3"/>
              <a:buChar char=""/>
              <a:defRPr/>
            </a:pPr>
            <a:endParaRPr lang="es-ES" sz="1800" dirty="0"/>
          </a:p>
          <a:p>
            <a:pPr marL="365760" indent="-256032" algn="just" eaLnBrk="1" fontAlgn="auto" hangingPunct="1">
              <a:spcAft>
                <a:spcPts val="0"/>
              </a:spcAft>
              <a:buFont typeface="Wingdings 3"/>
              <a:buChar char=""/>
              <a:defRPr/>
            </a:pPr>
            <a:endParaRPr lang="es-ES" sz="1800" dirty="0"/>
          </a:p>
          <a:p>
            <a:pPr marL="365760" indent="-256032" algn="just" eaLnBrk="1" fontAlgn="auto" hangingPunct="1">
              <a:spcAft>
                <a:spcPts val="0"/>
              </a:spcAft>
              <a:buFont typeface="Wingdings 3"/>
              <a:buChar char=""/>
              <a:defRPr/>
            </a:pPr>
            <a:endParaRPr lang="es-ES" sz="1800" dirty="0"/>
          </a:p>
        </p:txBody>
      </p:sp>
      <p:pic>
        <p:nvPicPr>
          <p:cNvPr id="1026" name="Picture 2" descr="C:\Documents and Settings\Administrador\Escritorio\images.jpg"/>
          <p:cNvPicPr>
            <a:picLocks noChangeAspect="1" noChangeArrowheads="1"/>
          </p:cNvPicPr>
          <p:nvPr/>
        </p:nvPicPr>
        <p:blipFill>
          <a:blip r:embed="rId2" cstate="print"/>
          <a:srcRect/>
          <a:stretch>
            <a:fillRect/>
          </a:stretch>
        </p:blipFill>
        <p:spPr bwMode="auto">
          <a:xfrm>
            <a:off x="7643834" y="5643578"/>
            <a:ext cx="1285875" cy="1028700"/>
          </a:xfrm>
          <a:prstGeom prst="rect">
            <a:avLst/>
          </a:prstGeom>
          <a:gradFill>
            <a:gsLst>
              <a:gs pos="0">
                <a:schemeClr val="tx1">
                  <a:lumMod val="85000"/>
                  <a:lumOff val="15000"/>
                </a:schemeClr>
              </a:gs>
              <a:gs pos="50000">
                <a:schemeClr val="accent1">
                  <a:tint val="44500"/>
                  <a:satMod val="160000"/>
                </a:schemeClr>
              </a:gs>
              <a:gs pos="100000">
                <a:schemeClr val="accent1">
                  <a:tint val="23500"/>
                  <a:satMod val="160000"/>
                </a:schemeClr>
              </a:gs>
            </a:gsLst>
            <a:lin ang="5400000" scaled="0"/>
          </a:gradFill>
          <a:scene3d>
            <a:camera prst="orthographicFront"/>
            <a:lightRig rig="threePt" dir="t"/>
          </a:scene3d>
          <a:sp3d>
            <a:bevelT/>
          </a:sp3d>
        </p:spPr>
      </p:pic>
      <p:pic>
        <p:nvPicPr>
          <p:cNvPr id="11271" name="Picture 2" descr="C:\Documents and Settings\Administrador\Escritorio\images.jpg"/>
          <p:cNvPicPr>
            <a:picLocks noChangeAspect="1" noChangeArrowheads="1"/>
          </p:cNvPicPr>
          <p:nvPr/>
        </p:nvPicPr>
        <p:blipFill>
          <a:blip r:embed="rId3" cstate="print"/>
          <a:srcRect/>
          <a:stretch>
            <a:fillRect/>
          </a:stretch>
        </p:blipFill>
        <p:spPr bwMode="auto">
          <a:xfrm>
            <a:off x="4143372" y="142852"/>
            <a:ext cx="1857385" cy="1428735"/>
          </a:xfrm>
          <a:prstGeom prst="rect">
            <a:avLst/>
          </a:prstGeom>
          <a:noFill/>
          <a:ln w="9525">
            <a:noFill/>
            <a:miter lim="800000"/>
            <a:headEnd/>
            <a:tailEnd/>
          </a:ln>
          <a:scene3d>
            <a:camera prst="orthographicFront"/>
            <a:lightRig rig="threePt" dir="t"/>
          </a:scene3d>
          <a:sp3d>
            <a:bevelT prst="relaxedInset"/>
          </a:sp3d>
        </p:spPr>
      </p:pic>
      <p:pic>
        <p:nvPicPr>
          <p:cNvPr id="4" name="Imagen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59131" y="170469"/>
            <a:ext cx="1487272" cy="1203982"/>
          </a:xfrm>
          <a:prstGeom prst="rect">
            <a:avLst/>
          </a:prstGeom>
          <a:solidFill>
            <a:schemeClr val="accent2">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pic>
      <p:sp>
        <p:nvSpPr>
          <p:cNvPr id="5" name="Rectángulo redondeado 4"/>
          <p:cNvSpPr/>
          <p:nvPr/>
        </p:nvSpPr>
        <p:spPr>
          <a:xfrm>
            <a:off x="9972600" y="1196752"/>
            <a:ext cx="9144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transition spd="med" advClick="0" advTm="20000">
    <p:wheel spokes="8"/>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4294967295"/>
          </p:nvPr>
        </p:nvSpPr>
        <p:spPr>
          <a:xfrm>
            <a:off x="0" y="1481138"/>
            <a:ext cx="8229600" cy="4525962"/>
          </a:xfrm>
          <a:scene3d>
            <a:camera prst="orthographicFront"/>
            <a:lightRig rig="chilly" dir="t"/>
          </a:scene3d>
          <a:sp3d prstMaterial="dkEdge"/>
        </p:spPr>
        <p:txBody>
          <a:bodyPr>
            <a:normAutofit fontScale="70000" lnSpcReduction="20000"/>
          </a:bodyPr>
          <a:lstStyle/>
          <a:p>
            <a:pPr marL="365760" indent="-256032" algn="just" eaLnBrk="1" fontAlgn="auto" hangingPunct="1">
              <a:spcAft>
                <a:spcPts val="0"/>
              </a:spcAft>
              <a:buFont typeface="Wingdings 3"/>
              <a:buChar char=""/>
              <a:defRPr/>
            </a:pPr>
            <a:r>
              <a:rPr lang="es-ES" sz="3500" b="1" i="1" dirty="0">
                <a:solidFill>
                  <a:schemeClr val="accent2">
                    <a:lumMod val="75000"/>
                  </a:schemeClr>
                </a:solidFill>
              </a:rPr>
              <a:t>AJSE: </a:t>
            </a:r>
            <a:r>
              <a:rPr lang="es-ES" sz="2800" dirty="0"/>
              <a:t> </a:t>
            </a:r>
            <a:r>
              <a:rPr lang="es-ES" sz="2800" dirty="0">
                <a:solidFill>
                  <a:schemeClr val="bg2">
                    <a:lumMod val="50000"/>
                  </a:schemeClr>
                </a:solidFill>
              </a:rPr>
              <a:t>Imparte formación para sus asociados de una máxima calidad, dando la titulación adecuada para poder trabajar en el sector de la Seguridad Privada como Jefe de Seguridad o técnico de diferentes materias, además de las conocidas de seguridad Privada existen otras  tales como: </a:t>
            </a:r>
          </a:p>
          <a:p>
            <a:pPr marL="365760" indent="-256032" algn="just" eaLnBrk="1" fontAlgn="auto" hangingPunct="1">
              <a:spcAft>
                <a:spcPts val="0"/>
              </a:spcAft>
              <a:buFont typeface="Wingdings 3"/>
              <a:buChar char=""/>
              <a:defRPr/>
            </a:pPr>
            <a:endParaRPr lang="es-ES" sz="2800" dirty="0">
              <a:solidFill>
                <a:schemeClr val="bg2">
                  <a:lumMod val="50000"/>
                </a:schemeClr>
              </a:solidFill>
            </a:endParaRPr>
          </a:p>
          <a:p>
            <a:pPr marL="365760" indent="-256032" algn="just" eaLnBrk="1" fontAlgn="auto" hangingPunct="1">
              <a:spcAft>
                <a:spcPts val="0"/>
              </a:spcAft>
              <a:buFont typeface="Wingdings 3"/>
              <a:buChar char=""/>
              <a:defRPr/>
            </a:pPr>
            <a:r>
              <a:rPr lang="es-ES" sz="2800" b="1" dirty="0">
                <a:solidFill>
                  <a:schemeClr val="bg2">
                    <a:lumMod val="25000"/>
                  </a:schemeClr>
                </a:solidFill>
              </a:rPr>
              <a:t>Jefe de Seguridad</a:t>
            </a:r>
            <a:r>
              <a:rPr lang="es-ES" sz="2800" dirty="0">
                <a:solidFill>
                  <a:schemeClr val="bg2">
                    <a:lumMod val="25000"/>
                  </a:schemeClr>
                </a:solidFill>
              </a:rPr>
              <a:t>, </a:t>
            </a:r>
            <a:r>
              <a:rPr lang="es-ES" sz="2800" b="1" dirty="0">
                <a:solidFill>
                  <a:schemeClr val="bg2">
                    <a:lumMod val="25000"/>
                  </a:schemeClr>
                </a:solidFill>
              </a:rPr>
              <a:t>Director de Seguridad</a:t>
            </a:r>
            <a:r>
              <a:rPr lang="es-ES" sz="2800" dirty="0">
                <a:solidFill>
                  <a:schemeClr val="bg2">
                    <a:lumMod val="25000"/>
                  </a:schemeClr>
                </a:solidFill>
              </a:rPr>
              <a:t>, </a:t>
            </a:r>
            <a:r>
              <a:rPr lang="es-ES" sz="2800" b="1" dirty="0">
                <a:solidFill>
                  <a:schemeClr val="bg2">
                    <a:lumMod val="25000"/>
                  </a:schemeClr>
                </a:solidFill>
              </a:rPr>
              <a:t>Profesor de Seguridad</a:t>
            </a:r>
            <a:r>
              <a:rPr lang="es-ES" sz="2800" dirty="0">
                <a:solidFill>
                  <a:schemeClr val="bg2">
                    <a:lumMod val="25000"/>
                  </a:schemeClr>
                </a:solidFill>
              </a:rPr>
              <a:t>, </a:t>
            </a:r>
            <a:r>
              <a:rPr lang="es-ES" sz="2800" b="1" dirty="0">
                <a:solidFill>
                  <a:schemeClr val="bg2">
                    <a:lumMod val="25000"/>
                  </a:schemeClr>
                </a:solidFill>
              </a:rPr>
              <a:t>Instructor y Director de Tiro</a:t>
            </a:r>
            <a:r>
              <a:rPr lang="es-ES" sz="2800" dirty="0">
                <a:solidFill>
                  <a:schemeClr val="bg2">
                    <a:lumMod val="25000"/>
                  </a:schemeClr>
                </a:solidFill>
              </a:rPr>
              <a:t>, </a:t>
            </a:r>
            <a:r>
              <a:rPr lang="es-ES" sz="2800" b="1" dirty="0">
                <a:solidFill>
                  <a:schemeClr val="bg2">
                    <a:lumMod val="25000"/>
                  </a:schemeClr>
                </a:solidFill>
              </a:rPr>
              <a:t>Técnico en ADR</a:t>
            </a:r>
            <a:r>
              <a:rPr lang="es-ES" sz="2800" dirty="0">
                <a:solidFill>
                  <a:schemeClr val="bg2">
                    <a:lumMod val="25000"/>
                  </a:schemeClr>
                </a:solidFill>
              </a:rPr>
              <a:t>, </a:t>
            </a:r>
            <a:r>
              <a:rPr lang="es-ES" sz="2800" b="1" dirty="0">
                <a:solidFill>
                  <a:schemeClr val="bg2">
                    <a:lumMod val="25000"/>
                  </a:schemeClr>
                </a:solidFill>
              </a:rPr>
              <a:t>Técnico de  Medio Ambiente, Técnico en Sistemas de Calidad, Técnico en Sistemas de Seguridad, Técnico en Explosivos, Técnico Superior de  Protección Civil, Técnico superior de Investigación de Incendios y Explosiones, Técnico superior en Incendios, Técnico superior en seguridad Informática, Director de Operaciones, Dirección de Empresas, etc</a:t>
            </a:r>
            <a:r>
              <a:rPr lang="es-ES" sz="2800" b="1" dirty="0">
                <a:solidFill>
                  <a:schemeClr val="bg2">
                    <a:lumMod val="50000"/>
                  </a:schemeClr>
                </a:solidFill>
              </a:rPr>
              <a:t>.</a:t>
            </a:r>
            <a:br>
              <a:rPr lang="es-ES" sz="2800" dirty="0">
                <a:solidFill>
                  <a:schemeClr val="bg2">
                    <a:lumMod val="50000"/>
                  </a:schemeClr>
                </a:solidFill>
              </a:rPr>
            </a:br>
            <a:endParaRPr lang="es-ES" dirty="0">
              <a:solidFill>
                <a:schemeClr val="bg2">
                  <a:lumMod val="50000"/>
                </a:schemeClr>
              </a:solidFill>
            </a:endParaRPr>
          </a:p>
        </p:txBody>
      </p:sp>
      <p:sp>
        <p:nvSpPr>
          <p:cNvPr id="3" name="2 Título"/>
          <p:cNvSpPr>
            <a:spLocks noGrp="1"/>
          </p:cNvSpPr>
          <p:nvPr>
            <p:ph type="title" idx="4294967295"/>
          </p:nvPr>
        </p:nvSpPr>
        <p:spPr>
          <a:xfrm>
            <a:off x="0" y="274638"/>
            <a:ext cx="8229600" cy="1143000"/>
          </a:xfrm>
          <a:scene3d>
            <a:camera prst="orthographicFront"/>
            <a:lightRig rig="brightRoom" dir="t"/>
          </a:scene3d>
        </p:spPr>
        <p:txBody>
          <a:bodyPr>
            <a:normAutofit fontScale="90000"/>
          </a:bodyPr>
          <a:lstStyle/>
          <a:p>
            <a:pPr eaLnBrk="1" fontAlgn="auto" hangingPunct="1">
              <a:spcAft>
                <a:spcPts val="0"/>
              </a:spcAft>
              <a:defRPr/>
            </a:pPr>
            <a:br>
              <a:rPr lang="es-ES" i="1" dirty="0">
                <a:solidFill>
                  <a:schemeClr val="accent4">
                    <a:lumMod val="60000"/>
                    <a:lumOff val="40000"/>
                  </a:schemeClr>
                </a:solidFill>
              </a:rPr>
            </a:br>
            <a:r>
              <a:rPr lang="es-ES" i="1" dirty="0">
                <a:solidFill>
                  <a:schemeClr val="accent4">
                    <a:lumMod val="60000"/>
                    <a:lumOff val="40000"/>
                  </a:schemeClr>
                </a:solidFill>
              </a:rPr>
              <a:t>  Formación:</a:t>
            </a:r>
            <a:br>
              <a:rPr lang="es-ES" i="1" dirty="0">
                <a:solidFill>
                  <a:schemeClr val="accent4">
                    <a:lumMod val="60000"/>
                    <a:lumOff val="40000"/>
                  </a:schemeClr>
                </a:solidFill>
              </a:rPr>
            </a:br>
            <a:br>
              <a:rPr lang="es-ES" sz="1400" dirty="0"/>
            </a:br>
            <a:br>
              <a:rPr lang="es-ES" sz="1400" dirty="0"/>
            </a:br>
            <a:endParaRPr lang="es-ES" dirty="0"/>
          </a:p>
        </p:txBody>
      </p:sp>
      <p:pic>
        <p:nvPicPr>
          <p:cNvPr id="12292" name="Picture 2" descr="C:\Documents and Settings\Administrador\Escritorio\images.jpeg"/>
          <p:cNvPicPr>
            <a:picLocks noChangeAspect="1" noChangeArrowheads="1"/>
          </p:cNvPicPr>
          <p:nvPr/>
        </p:nvPicPr>
        <p:blipFill>
          <a:blip r:embed="rId2" cstate="print"/>
          <a:srcRect/>
          <a:stretch>
            <a:fillRect/>
          </a:stretch>
        </p:blipFill>
        <p:spPr bwMode="auto">
          <a:xfrm>
            <a:off x="6786563" y="142875"/>
            <a:ext cx="1638300" cy="1214438"/>
          </a:xfrm>
          <a:prstGeom prst="rect">
            <a:avLst/>
          </a:prstGeom>
          <a:noFill/>
          <a:ln w="9525">
            <a:noFill/>
            <a:miter lim="800000"/>
            <a:headEnd/>
            <a:tailEnd/>
          </a:ln>
        </p:spPr>
      </p:pic>
      <p:pic>
        <p:nvPicPr>
          <p:cNvPr id="12293" name="Picture 3" descr="C:\Documents and Settings\Administrador\Escritorio\images 2.jpeg"/>
          <p:cNvPicPr>
            <a:picLocks noChangeAspect="1" noChangeArrowheads="1"/>
          </p:cNvPicPr>
          <p:nvPr/>
        </p:nvPicPr>
        <p:blipFill>
          <a:blip r:embed="rId3" cstate="print"/>
          <a:srcRect/>
          <a:stretch>
            <a:fillRect/>
          </a:stretch>
        </p:blipFill>
        <p:spPr bwMode="auto">
          <a:xfrm>
            <a:off x="8143875" y="5676900"/>
            <a:ext cx="876300" cy="1181100"/>
          </a:xfrm>
          <a:prstGeom prst="rect">
            <a:avLst/>
          </a:prstGeom>
          <a:noFill/>
          <a:ln w="9525">
            <a:noFill/>
            <a:miter lim="800000"/>
            <a:headEnd/>
            <a:tailEnd/>
          </a:ln>
        </p:spPr>
      </p:pic>
      <p:pic>
        <p:nvPicPr>
          <p:cNvPr id="6" name="Picture 2" descr="C:\Documents and Settings\Administrador\Mis documentos\Proyectos Web\Web Ajse Final\Images\seguridad.jpg"/>
          <p:cNvPicPr>
            <a:picLocks noChangeAspect="1" noChangeArrowheads="1"/>
          </p:cNvPicPr>
          <p:nvPr/>
        </p:nvPicPr>
        <p:blipFill>
          <a:blip r:embed="rId4" cstate="print"/>
          <a:srcRect/>
          <a:stretch>
            <a:fillRect/>
          </a:stretch>
        </p:blipFill>
        <p:spPr bwMode="auto">
          <a:xfrm>
            <a:off x="4214810" y="142852"/>
            <a:ext cx="790575" cy="1114425"/>
          </a:xfrm>
          <a:prstGeom prst="rect">
            <a:avLst/>
          </a:prstGeom>
          <a:noFill/>
          <a:effectLst>
            <a:outerShdw blurRad="76200" dir="13500000" sy="23000" kx="1200000" algn="br" rotWithShape="0">
              <a:prstClr val="black">
                <a:alpha val="20000"/>
              </a:prstClr>
            </a:outerShdw>
          </a:effectLst>
          <a:scene3d>
            <a:camera prst="orthographicFront"/>
            <a:lightRig rig="threePt" dir="t"/>
          </a:scene3d>
          <a:sp3d>
            <a:bevelB/>
          </a:sp3d>
        </p:spPr>
      </p:pic>
    </p:spTree>
  </p:cSld>
  <p:clrMapOvr>
    <a:masterClrMapping/>
  </p:clrMapOvr>
  <p:transition spd="med" advClick="0" advTm="20000">
    <p:wheel spokes="8"/>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4294967295"/>
          </p:nvPr>
        </p:nvSpPr>
        <p:spPr>
          <a:xfrm>
            <a:off x="0" y="1481138"/>
            <a:ext cx="8229600" cy="4525962"/>
          </a:xfrm>
          <a:noFill/>
          <a:effectLst>
            <a:innerShdw blurRad="63500" dist="50800" dir="8100000">
              <a:prstClr val="black">
                <a:alpha val="50000"/>
              </a:prstClr>
            </a:innerShdw>
          </a:effectLst>
        </p:spPr>
        <p:txBody>
          <a:bodyPr>
            <a:normAutofit fontScale="77500" lnSpcReduction="20000"/>
          </a:bodyPr>
          <a:lstStyle/>
          <a:p>
            <a:pPr marL="365760" indent="-256032" algn="just" eaLnBrk="1" fontAlgn="auto" hangingPunct="1">
              <a:spcAft>
                <a:spcPts val="0"/>
              </a:spcAft>
              <a:buFont typeface="Wingdings 3"/>
              <a:buChar char=""/>
              <a:defRPr/>
            </a:pPr>
            <a:r>
              <a:rPr lang="es-ES" sz="4500" b="1" i="1" dirty="0">
                <a:solidFill>
                  <a:schemeClr val="accent2">
                    <a:lumMod val="75000"/>
                  </a:schemeClr>
                </a:solidFill>
              </a:rPr>
              <a:t>AJSE:</a:t>
            </a:r>
            <a:r>
              <a:rPr lang="es-ES" dirty="0"/>
              <a:t> </a:t>
            </a:r>
            <a:r>
              <a:rPr lang="es-ES" dirty="0">
                <a:solidFill>
                  <a:schemeClr val="accent6">
                    <a:lumMod val="75000"/>
                  </a:schemeClr>
                </a:solidFill>
              </a:rPr>
              <a:t>trabaja en esta materia para poder formar un colectivo de Seguridad Publica y Privada, además de formar un colectivo de diferentes aéreas de la seguridad, denominada Seguridad Integral, y para ello ya colabora con entidades tales como:</a:t>
            </a:r>
          </a:p>
          <a:p>
            <a:pPr marL="365760" indent="-256032" algn="just" eaLnBrk="1" fontAlgn="auto" hangingPunct="1">
              <a:spcAft>
                <a:spcPts val="0"/>
              </a:spcAft>
              <a:buFont typeface="Wingdings 3"/>
              <a:buChar char=""/>
              <a:defRPr/>
            </a:pPr>
            <a:endParaRPr lang="es-ES" dirty="0"/>
          </a:p>
          <a:p>
            <a:pPr marL="365760" indent="-256032" algn="just" eaLnBrk="1" fontAlgn="auto" hangingPunct="1">
              <a:spcAft>
                <a:spcPts val="0"/>
              </a:spcAft>
              <a:buFont typeface="Wingdings 3"/>
              <a:buChar char=""/>
              <a:defRPr/>
            </a:pPr>
            <a:r>
              <a:rPr lang="es-ES" dirty="0"/>
              <a:t> </a:t>
            </a:r>
            <a:r>
              <a:rPr lang="es-ES" b="1" dirty="0">
                <a:solidFill>
                  <a:schemeClr val="accent3">
                    <a:lumMod val="75000"/>
                  </a:schemeClr>
                </a:solidFill>
              </a:rPr>
              <a:t>ACPRI</a:t>
            </a:r>
            <a:r>
              <a:rPr lang="es-ES" dirty="0"/>
              <a:t>, </a:t>
            </a:r>
            <a:r>
              <a:rPr lang="es-ES" dirty="0">
                <a:solidFill>
                  <a:schemeClr val="accent6">
                    <a:lumMod val="75000"/>
                  </a:schemeClr>
                </a:solidFill>
              </a:rPr>
              <a:t>Asociación Catalana de Protocolo y Relaciones Institucionales, </a:t>
            </a:r>
            <a:r>
              <a:rPr lang="es-ES" b="1" dirty="0">
                <a:solidFill>
                  <a:schemeClr val="accent3">
                    <a:lumMod val="75000"/>
                  </a:schemeClr>
                </a:solidFill>
              </a:rPr>
              <a:t>AEPSAL</a:t>
            </a:r>
            <a:r>
              <a:rPr lang="es-ES" b="1" dirty="0">
                <a:solidFill>
                  <a:schemeClr val="accent6">
                    <a:lumMod val="75000"/>
                  </a:schemeClr>
                </a:solidFill>
              </a:rPr>
              <a:t>, </a:t>
            </a:r>
            <a:r>
              <a:rPr lang="es-ES" dirty="0">
                <a:solidFill>
                  <a:schemeClr val="accent6">
                    <a:lumMod val="75000"/>
                  </a:schemeClr>
                </a:solidFill>
              </a:rPr>
              <a:t>Asociación de especialistas de Prevención y salud laboral,  </a:t>
            </a:r>
            <a:r>
              <a:rPr lang="es-ES" b="1" dirty="0">
                <a:solidFill>
                  <a:schemeClr val="accent3">
                    <a:lumMod val="75000"/>
                  </a:schemeClr>
                </a:solidFill>
              </a:rPr>
              <a:t>CAT FORMACIÓ</a:t>
            </a:r>
            <a:r>
              <a:rPr lang="es-ES" b="1" dirty="0">
                <a:solidFill>
                  <a:schemeClr val="accent6">
                    <a:lumMod val="75000"/>
                  </a:schemeClr>
                </a:solidFill>
              </a:rPr>
              <a:t>,</a:t>
            </a:r>
            <a:r>
              <a:rPr lang="es-ES" dirty="0">
                <a:solidFill>
                  <a:schemeClr val="accent6">
                    <a:lumMod val="75000"/>
                  </a:schemeClr>
                </a:solidFill>
              </a:rPr>
              <a:t> Asociación de Centros de Formación de Cataluña, </a:t>
            </a:r>
            <a:r>
              <a:rPr lang="es-ES" b="1" dirty="0">
                <a:solidFill>
                  <a:schemeClr val="accent3">
                    <a:lumMod val="75000"/>
                  </a:schemeClr>
                </a:solidFill>
              </a:rPr>
              <a:t>AES</a:t>
            </a:r>
            <a:r>
              <a:rPr lang="es-ES" b="1" dirty="0">
                <a:solidFill>
                  <a:schemeClr val="accent6">
                    <a:lumMod val="75000"/>
                  </a:schemeClr>
                </a:solidFill>
              </a:rPr>
              <a:t>,</a:t>
            </a:r>
            <a:r>
              <a:rPr lang="es-ES" dirty="0">
                <a:solidFill>
                  <a:schemeClr val="accent6">
                    <a:lumMod val="75000"/>
                  </a:schemeClr>
                </a:solidFill>
              </a:rPr>
              <a:t> Asociación de Empresas de Seguridad de España, </a:t>
            </a:r>
            <a:r>
              <a:rPr lang="es-ES" b="1" dirty="0">
                <a:solidFill>
                  <a:schemeClr val="accent3">
                    <a:lumMod val="75000"/>
                  </a:schemeClr>
                </a:solidFill>
              </a:rPr>
              <a:t>ALAS</a:t>
            </a:r>
            <a:r>
              <a:rPr lang="es-ES" dirty="0">
                <a:solidFill>
                  <a:schemeClr val="accent6">
                    <a:lumMod val="75000"/>
                  </a:schemeClr>
                </a:solidFill>
              </a:rPr>
              <a:t>, Asociación de Empresas de Seguridad de Latinoamérica, </a:t>
            </a:r>
            <a:r>
              <a:rPr lang="es-ES" b="1" dirty="0">
                <a:solidFill>
                  <a:schemeClr val="accent3">
                    <a:lumMod val="75000"/>
                  </a:schemeClr>
                </a:solidFill>
              </a:rPr>
              <a:t>AECRA</a:t>
            </a:r>
            <a:r>
              <a:rPr lang="es-ES" dirty="0">
                <a:solidFill>
                  <a:schemeClr val="accent6">
                    <a:lumMod val="75000"/>
                  </a:schemeClr>
                </a:solidFill>
              </a:rPr>
              <a:t>, Asociación Europea de Profesionales para conocimiento y regulación de las actividades de la Seguridad Ciudadana, </a:t>
            </a:r>
            <a:r>
              <a:rPr lang="es-ES" b="1" dirty="0">
                <a:solidFill>
                  <a:schemeClr val="accent3">
                    <a:lumMod val="75000"/>
                  </a:schemeClr>
                </a:solidFill>
              </a:rPr>
              <a:t>FES</a:t>
            </a:r>
            <a:r>
              <a:rPr lang="es-ES" dirty="0">
                <a:solidFill>
                  <a:schemeClr val="accent6">
                    <a:lumMod val="75000"/>
                  </a:schemeClr>
                </a:solidFill>
              </a:rPr>
              <a:t>, Federación de empresas de Seguridad, otras del sector de incendios como </a:t>
            </a:r>
            <a:r>
              <a:rPr lang="es-ES" b="1" dirty="0">
                <a:solidFill>
                  <a:schemeClr val="accent3">
                    <a:lumMod val="75000"/>
                  </a:schemeClr>
                </a:solidFill>
              </a:rPr>
              <a:t>TECNIFUEGO-AESPI o CEPREVEN</a:t>
            </a:r>
          </a:p>
          <a:p>
            <a:pPr marL="365760" indent="-256032" algn="just" eaLnBrk="1" fontAlgn="auto" hangingPunct="1">
              <a:spcAft>
                <a:spcPts val="0"/>
              </a:spcAft>
              <a:buFont typeface="Wingdings 3"/>
              <a:buChar char=""/>
              <a:defRPr/>
            </a:pPr>
            <a:endParaRPr lang="es-ES" dirty="0"/>
          </a:p>
        </p:txBody>
      </p:sp>
      <p:sp>
        <p:nvSpPr>
          <p:cNvPr id="3" name="2 Título"/>
          <p:cNvSpPr>
            <a:spLocks noGrp="1"/>
          </p:cNvSpPr>
          <p:nvPr>
            <p:ph type="title" idx="4294967295"/>
          </p:nvPr>
        </p:nvSpPr>
        <p:spPr>
          <a:xfrm>
            <a:off x="0" y="274638"/>
            <a:ext cx="8229600" cy="1143000"/>
          </a:xfrm>
          <a:scene3d>
            <a:camera prst="orthographicFront"/>
            <a:lightRig rig="glow" dir="t"/>
          </a:scene3d>
          <a:sp3d prstMaterial="dkEdge"/>
        </p:spPr>
        <p:txBody>
          <a:bodyPr/>
          <a:lstStyle/>
          <a:p>
            <a:pPr eaLnBrk="1" fontAlgn="auto" hangingPunct="1">
              <a:spcAft>
                <a:spcPts val="0"/>
              </a:spcAft>
              <a:defRPr/>
            </a:pPr>
            <a:r>
              <a:rPr lang="es-ES" i="1" dirty="0">
                <a:solidFill>
                  <a:schemeClr val="accent2"/>
                </a:solidFill>
              </a:rPr>
              <a:t>Colaboraciones:</a:t>
            </a:r>
          </a:p>
        </p:txBody>
      </p:sp>
      <p:pic>
        <p:nvPicPr>
          <p:cNvPr id="13318" name="Picture 2" descr="C:\Documents and Settings\Administrador\Mis documentos\Proyectos Web\Web Ajse Final\Logos\Logos_de_enlaces\acpri.gif"/>
          <p:cNvPicPr>
            <a:picLocks noChangeAspect="1" noChangeArrowheads="1"/>
          </p:cNvPicPr>
          <p:nvPr/>
        </p:nvPicPr>
        <p:blipFill>
          <a:blip r:embed="rId2" cstate="print"/>
          <a:srcRect/>
          <a:stretch>
            <a:fillRect/>
          </a:stretch>
        </p:blipFill>
        <p:spPr bwMode="auto">
          <a:xfrm>
            <a:off x="8143894" y="1022670"/>
            <a:ext cx="785820" cy="285750"/>
          </a:xfrm>
          <a:prstGeom prst="rect">
            <a:avLst/>
          </a:prstGeom>
          <a:noFill/>
          <a:ln w="9525">
            <a:noFill/>
            <a:miter lim="800000"/>
            <a:headEnd/>
            <a:tailEnd/>
          </a:ln>
        </p:spPr>
      </p:pic>
      <p:pic>
        <p:nvPicPr>
          <p:cNvPr id="13322" name="Picture 6" descr="C:\Documents and Settings\Administrador\Mis documentos\Proyectos Web\Web Ajse Final\Logos\Logos_de_enlaces\FederacioEmpresarialformacio.JPG"/>
          <p:cNvPicPr>
            <a:picLocks noChangeAspect="1" noChangeArrowheads="1"/>
          </p:cNvPicPr>
          <p:nvPr/>
        </p:nvPicPr>
        <p:blipFill>
          <a:blip r:embed="rId3" cstate="print"/>
          <a:srcRect/>
          <a:stretch>
            <a:fillRect/>
          </a:stretch>
        </p:blipFill>
        <p:spPr bwMode="auto">
          <a:xfrm>
            <a:off x="8215338" y="142852"/>
            <a:ext cx="785818" cy="523879"/>
          </a:xfrm>
          <a:prstGeom prst="rect">
            <a:avLst/>
          </a:prstGeom>
          <a:noFill/>
          <a:ln w="9525">
            <a:noFill/>
            <a:miter lim="800000"/>
            <a:headEnd/>
            <a:tailEnd/>
          </a:ln>
        </p:spPr>
      </p:pic>
      <p:pic>
        <p:nvPicPr>
          <p:cNvPr id="13325" name="Picture 10" descr="C:\Documents and Settings\Administrador\Mis documentos\Proyectos Web\Web Ajse Final\Logos\Logos_de_enlaces\logo_aepsal.jpg"/>
          <p:cNvPicPr>
            <a:picLocks noChangeAspect="1" noChangeArrowheads="1"/>
          </p:cNvPicPr>
          <p:nvPr/>
        </p:nvPicPr>
        <p:blipFill>
          <a:blip r:embed="rId4" cstate="print"/>
          <a:srcRect/>
          <a:stretch>
            <a:fillRect/>
          </a:stretch>
        </p:blipFill>
        <p:spPr bwMode="auto">
          <a:xfrm>
            <a:off x="7143750" y="5929330"/>
            <a:ext cx="785813" cy="785795"/>
          </a:xfrm>
          <a:prstGeom prst="rect">
            <a:avLst/>
          </a:prstGeom>
          <a:noFill/>
          <a:ln w="9525">
            <a:noFill/>
            <a:miter lim="800000"/>
            <a:headEnd/>
            <a:tailEnd/>
          </a:ln>
        </p:spPr>
      </p:pic>
      <p:pic>
        <p:nvPicPr>
          <p:cNvPr id="13327" name="Picture 13" descr="C:\Documents and Settings\Administrador\Mis documentos\Proyectos Web\Web Ajse Final\Logos\Logos_de_enlaces\LogoNew.jpg"/>
          <p:cNvPicPr>
            <a:picLocks noChangeAspect="1" noChangeArrowheads="1"/>
          </p:cNvPicPr>
          <p:nvPr/>
        </p:nvPicPr>
        <p:blipFill>
          <a:blip r:embed="rId5" cstate="print"/>
          <a:srcRect/>
          <a:stretch>
            <a:fillRect/>
          </a:stretch>
        </p:blipFill>
        <p:spPr bwMode="auto">
          <a:xfrm>
            <a:off x="8429652" y="5357826"/>
            <a:ext cx="500063" cy="500062"/>
          </a:xfrm>
          <a:prstGeom prst="rect">
            <a:avLst/>
          </a:prstGeom>
          <a:noFill/>
          <a:ln w="9525">
            <a:noFill/>
            <a:miter lim="800000"/>
            <a:headEnd/>
            <a:tailEnd/>
          </a:ln>
        </p:spPr>
      </p:pic>
      <p:pic>
        <p:nvPicPr>
          <p:cNvPr id="13337" name="Picture 26" descr="http://www.ajse.es/Logos/Logos_de_enlaces/LOGO%20PERITOS%20TASADORES%20_jpg.JPG"/>
          <p:cNvPicPr>
            <a:picLocks noChangeAspect="1" noChangeArrowheads="1"/>
          </p:cNvPicPr>
          <p:nvPr/>
        </p:nvPicPr>
        <p:blipFill>
          <a:blip r:embed="rId6" cstate="print"/>
          <a:srcRect/>
          <a:stretch>
            <a:fillRect/>
          </a:stretch>
        </p:blipFill>
        <p:spPr bwMode="auto">
          <a:xfrm>
            <a:off x="8429652" y="2214554"/>
            <a:ext cx="428625" cy="642937"/>
          </a:xfrm>
          <a:prstGeom prst="rect">
            <a:avLst/>
          </a:prstGeom>
          <a:noFill/>
          <a:ln w="9525">
            <a:noFill/>
            <a:miter lim="800000"/>
            <a:headEnd/>
            <a:tailEnd/>
          </a:ln>
        </p:spPr>
      </p:pic>
      <p:pic>
        <p:nvPicPr>
          <p:cNvPr id="13339" name="Picture 30" descr="http://www.ajse.es/Logos/Logos_de_enlaces/images.jpg">
            <a:hlinkClick r:id="rId7"/>
          </p:cNvPr>
          <p:cNvPicPr>
            <a:picLocks noChangeAspect="1" noChangeArrowheads="1"/>
          </p:cNvPicPr>
          <p:nvPr/>
        </p:nvPicPr>
        <p:blipFill>
          <a:blip r:embed="rId8" cstate="print"/>
          <a:srcRect/>
          <a:stretch>
            <a:fillRect/>
          </a:stretch>
        </p:blipFill>
        <p:spPr bwMode="auto">
          <a:xfrm>
            <a:off x="8429652" y="3071810"/>
            <a:ext cx="428625" cy="571500"/>
          </a:xfrm>
          <a:prstGeom prst="rect">
            <a:avLst/>
          </a:prstGeom>
          <a:noFill/>
          <a:ln w="9525">
            <a:noFill/>
            <a:miter lim="800000"/>
            <a:headEnd/>
            <a:tailEnd/>
          </a:ln>
        </p:spPr>
      </p:pic>
      <p:pic>
        <p:nvPicPr>
          <p:cNvPr id="13340" name="Picture 32" descr="http://www.ajse.es/Logos/Logos_de_enlaces/images.3jpg.jpg">
            <a:hlinkClick r:id="rId9"/>
          </p:cNvPr>
          <p:cNvPicPr>
            <a:picLocks noChangeAspect="1" noChangeArrowheads="1"/>
          </p:cNvPicPr>
          <p:nvPr/>
        </p:nvPicPr>
        <p:blipFill>
          <a:blip r:embed="rId10" cstate="print"/>
          <a:srcRect/>
          <a:stretch>
            <a:fillRect/>
          </a:stretch>
        </p:blipFill>
        <p:spPr bwMode="auto">
          <a:xfrm>
            <a:off x="8429652" y="3857628"/>
            <a:ext cx="442912" cy="428625"/>
          </a:xfrm>
          <a:prstGeom prst="rect">
            <a:avLst/>
          </a:prstGeom>
          <a:noFill/>
          <a:ln w="9525">
            <a:noFill/>
            <a:miter lim="800000"/>
            <a:headEnd/>
            <a:tailEnd/>
          </a:ln>
        </p:spPr>
      </p:pic>
      <p:pic>
        <p:nvPicPr>
          <p:cNvPr id="13341" name="Picture 34" descr="http://www.ajse.es/Logos/Logos_de_enlaces/images.2jpg.jpg">
            <a:hlinkClick r:id="rId11"/>
          </p:cNvPr>
          <p:cNvPicPr>
            <a:picLocks noChangeAspect="1" noChangeArrowheads="1"/>
          </p:cNvPicPr>
          <p:nvPr/>
        </p:nvPicPr>
        <p:blipFill>
          <a:blip r:embed="rId12" cstate="print"/>
          <a:srcRect/>
          <a:stretch>
            <a:fillRect/>
          </a:stretch>
        </p:blipFill>
        <p:spPr bwMode="auto">
          <a:xfrm>
            <a:off x="8429652" y="4572008"/>
            <a:ext cx="500062" cy="571500"/>
          </a:xfrm>
          <a:prstGeom prst="rect">
            <a:avLst/>
          </a:prstGeom>
          <a:noFill/>
          <a:ln w="9525">
            <a:noFill/>
            <a:miter lim="800000"/>
            <a:headEnd/>
            <a:tailEnd/>
          </a:ln>
        </p:spPr>
      </p:pic>
      <p:pic>
        <p:nvPicPr>
          <p:cNvPr id="16386" name="Picture 2"/>
          <p:cNvPicPr>
            <a:picLocks noChangeAspect="1" noChangeArrowheads="1"/>
          </p:cNvPicPr>
          <p:nvPr/>
        </p:nvPicPr>
        <p:blipFill>
          <a:blip r:embed="rId13" cstate="print"/>
          <a:srcRect/>
          <a:stretch>
            <a:fillRect/>
          </a:stretch>
        </p:blipFill>
        <p:spPr bwMode="auto">
          <a:xfrm>
            <a:off x="8153410" y="6209390"/>
            <a:ext cx="981108" cy="334468"/>
          </a:xfrm>
          <a:prstGeom prst="rect">
            <a:avLst/>
          </a:prstGeom>
          <a:noFill/>
          <a:ln w="9525">
            <a:noFill/>
            <a:miter lim="800000"/>
            <a:headEnd/>
            <a:tailEnd/>
          </a:ln>
        </p:spPr>
      </p:pic>
      <p:pic>
        <p:nvPicPr>
          <p:cNvPr id="16389" name="Picture 5"/>
          <p:cNvPicPr>
            <a:picLocks noChangeAspect="1" noChangeArrowheads="1"/>
          </p:cNvPicPr>
          <p:nvPr/>
        </p:nvPicPr>
        <p:blipFill>
          <a:blip r:embed="rId14" cstate="print"/>
          <a:srcRect/>
          <a:stretch>
            <a:fillRect/>
          </a:stretch>
        </p:blipFill>
        <p:spPr bwMode="auto">
          <a:xfrm>
            <a:off x="6912246" y="211138"/>
            <a:ext cx="714372" cy="309561"/>
          </a:xfrm>
          <a:prstGeom prst="rect">
            <a:avLst/>
          </a:prstGeom>
          <a:noFill/>
          <a:ln w="9525">
            <a:noFill/>
            <a:miter lim="800000"/>
            <a:headEnd/>
            <a:tailEnd/>
          </a:ln>
        </p:spPr>
      </p:pic>
      <p:pic>
        <p:nvPicPr>
          <p:cNvPr id="16390" name="Picture 6"/>
          <p:cNvPicPr>
            <a:picLocks noChangeAspect="1" noChangeArrowheads="1"/>
          </p:cNvPicPr>
          <p:nvPr/>
        </p:nvPicPr>
        <p:blipFill>
          <a:blip r:embed="rId15" cstate="print"/>
          <a:srcRect/>
          <a:stretch>
            <a:fillRect/>
          </a:stretch>
        </p:blipFill>
        <p:spPr bwMode="auto">
          <a:xfrm>
            <a:off x="6000762" y="877949"/>
            <a:ext cx="448224" cy="485772"/>
          </a:xfrm>
          <a:prstGeom prst="rect">
            <a:avLst/>
          </a:prstGeom>
          <a:noFill/>
          <a:ln w="9525">
            <a:noFill/>
            <a:miter lim="800000"/>
            <a:headEnd/>
            <a:tailEnd/>
          </a:ln>
        </p:spPr>
      </p:pic>
      <p:pic>
        <p:nvPicPr>
          <p:cNvPr id="4" name="Picture 2" descr="C:\Users\Antonio\Desktop\s2dlogo.jpg"/>
          <p:cNvPicPr>
            <a:picLocks noChangeAspect="1" noChangeArrowheads="1"/>
          </p:cNvPicPr>
          <p:nvPr/>
        </p:nvPicPr>
        <p:blipFill>
          <a:blip r:embed="rId16" cstate="print"/>
          <a:srcRect/>
          <a:stretch>
            <a:fillRect/>
          </a:stretch>
        </p:blipFill>
        <p:spPr bwMode="auto">
          <a:xfrm>
            <a:off x="6697929" y="877949"/>
            <a:ext cx="1143007" cy="357174"/>
          </a:xfrm>
          <a:prstGeom prst="rect">
            <a:avLst/>
          </a:prstGeom>
          <a:noFill/>
        </p:spPr>
      </p:pic>
      <p:pic>
        <p:nvPicPr>
          <p:cNvPr id="16388" name="Picture 4" descr="C:\Users\Antonio\Desktop\BOLETIN AJSE\Patrocinadores\CEPREVEN.png"/>
          <p:cNvPicPr>
            <a:picLocks noChangeAspect="1" noChangeArrowheads="1"/>
          </p:cNvPicPr>
          <p:nvPr/>
        </p:nvPicPr>
        <p:blipFill>
          <a:blip r:embed="rId17" cstate="print"/>
          <a:srcRect/>
          <a:stretch>
            <a:fillRect/>
          </a:stretch>
        </p:blipFill>
        <p:spPr bwMode="auto">
          <a:xfrm>
            <a:off x="8215337" y="1640507"/>
            <a:ext cx="928663" cy="365420"/>
          </a:xfrm>
          <a:prstGeom prst="rect">
            <a:avLst/>
          </a:prstGeom>
          <a:noFill/>
        </p:spPr>
      </p:pic>
    </p:spTree>
  </p:cSld>
  <p:clrMapOvr>
    <a:masterClrMapping/>
  </p:clrMapOvr>
  <p:transition spd="med" advClick="0" advTm="20000">
    <p:wheel spokes="8"/>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p:txBody>
          <a:bodyPr/>
          <a:lstStyle/>
          <a:p>
            <a:pPr eaLnBrk="1" fontAlgn="auto" hangingPunct="1">
              <a:spcAft>
                <a:spcPts val="0"/>
              </a:spcAft>
              <a:defRPr/>
            </a:pPr>
            <a:r>
              <a:rPr lang="es-ES" i="1" dirty="0">
                <a:solidFill>
                  <a:schemeClr val="accent3">
                    <a:lumMod val="60000"/>
                    <a:lumOff val="40000"/>
                  </a:schemeClr>
                </a:solidFill>
              </a:rPr>
              <a:t>Empleo:</a:t>
            </a:r>
          </a:p>
        </p:txBody>
      </p:sp>
      <p:sp>
        <p:nvSpPr>
          <p:cNvPr id="2" name="1 Marcador de contenido"/>
          <p:cNvSpPr>
            <a:spLocks noGrp="1"/>
          </p:cNvSpPr>
          <p:nvPr>
            <p:ph idx="4294967295"/>
          </p:nvPr>
        </p:nvSpPr>
        <p:spPr>
          <a:xfrm>
            <a:off x="0" y="1481138"/>
            <a:ext cx="8229600" cy="4525962"/>
          </a:xfrm>
        </p:spPr>
        <p:txBody>
          <a:bodyPr>
            <a:normAutofit/>
          </a:bodyPr>
          <a:lstStyle/>
          <a:p>
            <a:pPr marL="365760" indent="-256032" algn="just" eaLnBrk="1" fontAlgn="auto" hangingPunct="1">
              <a:spcAft>
                <a:spcPts val="0"/>
              </a:spcAft>
              <a:buFont typeface="Wingdings 3"/>
              <a:buChar char=""/>
              <a:defRPr/>
            </a:pPr>
            <a:r>
              <a:rPr lang="es-ES" b="1" i="1" dirty="0">
                <a:solidFill>
                  <a:schemeClr val="accent2">
                    <a:lumMod val="75000"/>
                  </a:schemeClr>
                </a:solidFill>
              </a:rPr>
              <a:t>AJSE: </a:t>
            </a:r>
            <a:r>
              <a:rPr lang="es-ES" sz="2000" b="1" dirty="0"/>
              <a:t>Tiene una bolsa de trabajo para sus asociados en Seguridad Privada, sus Patrocinadores y las Empresas del sector  se ponen en contacto con nuestra  Asociación buscando los mejores profesionales  y los mejor formados, por eso </a:t>
            </a:r>
            <a:r>
              <a:rPr lang="es-ES" sz="2000" b="1" dirty="0">
                <a:solidFill>
                  <a:schemeClr val="accent2">
                    <a:lumMod val="75000"/>
                  </a:schemeClr>
                </a:solidFill>
              </a:rPr>
              <a:t>AJSE </a:t>
            </a:r>
            <a:r>
              <a:rPr lang="es-ES" sz="2000" b="1" dirty="0"/>
              <a:t>es más que una asociación es una filosofía  de trabajo, a mitad de camino de una asociación empresarial y un sindicato laboral, en la que nuestros asesores jurídicos defienden a todos nuestros asociados ante cualquier problema laboral o legislativo, además </a:t>
            </a:r>
            <a:r>
              <a:rPr lang="es-ES" sz="2000" b="1" dirty="0">
                <a:solidFill>
                  <a:schemeClr val="accent2">
                    <a:lumMod val="75000"/>
                  </a:schemeClr>
                </a:solidFill>
              </a:rPr>
              <a:t>AJSE</a:t>
            </a:r>
            <a:r>
              <a:rPr lang="es-ES" sz="2000" b="1" dirty="0"/>
              <a:t> dispone de asesores de informática,  Asesores comerciales, etc., que le resolverán sus consultas o problemas en sus empresas o de la administración</a:t>
            </a:r>
            <a:r>
              <a:rPr lang="es-ES" b="1" i="1" dirty="0"/>
              <a:t>.</a:t>
            </a:r>
            <a:endParaRPr lang="es-ES" b="1" i="1" dirty="0">
              <a:solidFill>
                <a:schemeClr val="accent2">
                  <a:lumMod val="75000"/>
                </a:schemeClr>
              </a:solidFill>
            </a:endParaRPr>
          </a:p>
        </p:txBody>
      </p:sp>
      <p:pic>
        <p:nvPicPr>
          <p:cNvPr id="14340" name="Picture 2" descr="C:\Documents and Settings\Administrador\Escritorio\images.jpeg"/>
          <p:cNvPicPr>
            <a:picLocks noChangeAspect="1" noChangeArrowheads="1"/>
          </p:cNvPicPr>
          <p:nvPr/>
        </p:nvPicPr>
        <p:blipFill>
          <a:blip r:embed="rId2" cstate="print"/>
          <a:srcRect/>
          <a:stretch>
            <a:fillRect/>
          </a:stretch>
        </p:blipFill>
        <p:spPr bwMode="auto">
          <a:xfrm>
            <a:off x="7215188" y="142874"/>
            <a:ext cx="1712912" cy="121442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341" name="Picture 3" descr="C:\Documents and Settings\Administrador\Escritorio\images 2 .jpeg"/>
          <p:cNvPicPr>
            <a:picLocks noChangeAspect="1" noChangeArrowheads="1"/>
          </p:cNvPicPr>
          <p:nvPr/>
        </p:nvPicPr>
        <p:blipFill>
          <a:blip r:embed="rId3" cstate="print"/>
          <a:srcRect/>
          <a:stretch>
            <a:fillRect/>
          </a:stretch>
        </p:blipFill>
        <p:spPr bwMode="auto">
          <a:xfrm>
            <a:off x="357188" y="5643563"/>
            <a:ext cx="1571606" cy="107632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4" name="Imagen 3"/>
          <p:cNvPicPr>
            <a:picLocks noChangeAspect="1"/>
          </p:cNvPicPr>
          <p:nvPr/>
        </p:nvPicPr>
        <p:blipFill>
          <a:blip r:embed="rId4"/>
          <a:stretch>
            <a:fillRect/>
          </a:stretch>
        </p:blipFill>
        <p:spPr>
          <a:xfrm>
            <a:off x="3635896" y="109925"/>
            <a:ext cx="1609483" cy="1316850"/>
          </a:xfrm>
          <a:prstGeom prst="rect">
            <a:avLst/>
          </a:prstGeom>
        </p:spPr>
      </p:pic>
    </p:spTree>
  </p:cSld>
  <p:clrMapOvr>
    <a:masterClrMapping/>
  </p:clrMapOvr>
  <p:transition spd="med" advClick="0" advTm="20000">
    <p:wheel spokes="8"/>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Título"/>
          <p:cNvSpPr>
            <a:spLocks noGrp="1"/>
          </p:cNvSpPr>
          <p:nvPr>
            <p:ph type="title"/>
          </p:nvPr>
        </p:nvSpPr>
        <p:spPr>
          <a:xfrm>
            <a:off x="714348" y="928670"/>
            <a:ext cx="7772400" cy="1828800"/>
          </a:xfrm>
          <a:scene3d>
            <a:camera prst="orthographicFront"/>
            <a:lightRig rig="contrasting" dir="t"/>
          </a:scene3d>
        </p:spPr>
        <p:txBody>
          <a:bodyPr>
            <a:normAutofit fontScale="90000"/>
          </a:bodyPr>
          <a:lstStyle/>
          <a:p>
            <a:pPr eaLnBrk="1" fontAlgn="auto" hangingPunct="1">
              <a:spcAft>
                <a:spcPts val="0"/>
              </a:spcAft>
              <a:defRPr/>
            </a:pPr>
            <a:br>
              <a:rPr lang="es-ES" i="1" dirty="0">
                <a:solidFill>
                  <a:schemeClr val="accent3">
                    <a:lumMod val="75000"/>
                  </a:schemeClr>
                </a:solidFill>
              </a:rPr>
            </a:br>
            <a:br>
              <a:rPr lang="es-ES" i="1" dirty="0">
                <a:solidFill>
                  <a:schemeClr val="accent3">
                    <a:lumMod val="75000"/>
                  </a:schemeClr>
                </a:solidFill>
              </a:rPr>
            </a:br>
            <a:br>
              <a:rPr lang="es-ES" i="1" dirty="0">
                <a:solidFill>
                  <a:schemeClr val="accent3">
                    <a:lumMod val="75000"/>
                  </a:schemeClr>
                </a:solidFill>
              </a:rPr>
            </a:br>
            <a:br>
              <a:rPr lang="es-ES" i="1" dirty="0">
                <a:solidFill>
                  <a:schemeClr val="accent3">
                    <a:lumMod val="75000"/>
                  </a:schemeClr>
                </a:solidFill>
              </a:rPr>
            </a:br>
            <a:br>
              <a:rPr lang="es-ES" i="1" dirty="0">
                <a:solidFill>
                  <a:schemeClr val="accent3">
                    <a:lumMod val="75000"/>
                  </a:schemeClr>
                </a:solidFill>
              </a:rPr>
            </a:br>
            <a:br>
              <a:rPr lang="es-ES" i="1" dirty="0">
                <a:solidFill>
                  <a:schemeClr val="accent3">
                    <a:lumMod val="75000"/>
                  </a:schemeClr>
                </a:solidFill>
              </a:rPr>
            </a:br>
            <a:r>
              <a:rPr lang="es-ES" i="1" dirty="0">
                <a:solidFill>
                  <a:schemeClr val="accent3">
                    <a:lumMod val="75000"/>
                  </a:schemeClr>
                </a:solidFill>
              </a:rPr>
              <a:t>Patrocinadores:</a:t>
            </a:r>
            <a:br>
              <a:rPr lang="es-ES" i="1" dirty="0">
                <a:solidFill>
                  <a:schemeClr val="accent2">
                    <a:lumMod val="75000"/>
                  </a:schemeClr>
                </a:solidFill>
              </a:rPr>
            </a:br>
            <a:endParaRPr lang="es-ES" i="1" dirty="0">
              <a:solidFill>
                <a:schemeClr val="accent2">
                  <a:lumMod val="75000"/>
                </a:schemeClr>
              </a:solidFill>
            </a:endParaRPr>
          </a:p>
        </p:txBody>
      </p:sp>
      <p:sp>
        <p:nvSpPr>
          <p:cNvPr id="15363" name="12 Marcador de texto"/>
          <p:cNvSpPr>
            <a:spLocks noGrp="1"/>
          </p:cNvSpPr>
          <p:nvPr>
            <p:ph type="body" idx="1"/>
          </p:nvPr>
        </p:nvSpPr>
        <p:spPr>
          <a:xfrm>
            <a:off x="3922713" y="2932113"/>
            <a:ext cx="4572000" cy="1454150"/>
          </a:xfrm>
        </p:spPr>
        <p:txBody>
          <a:bodyPr/>
          <a:lstStyle/>
          <a:p>
            <a:pPr algn="just" eaLnBrk="1" hangingPunct="1"/>
            <a:r>
              <a:rPr lang="es-ES" sz="1600" dirty="0"/>
              <a:t>Nuestros Patrocinadores empresas punteras dentro del sector de la seguridad, tanto en formación, Profesionalidad, venta de artículos y materiales de Seguridad junto con Federaciones y Gremios del sector de la Hostelería y la Restauración, confían en nuestra capacidad y en el buen resultado que da la tranquilidad de estar en una asociación de personas conocedoras de este sector, sabiendo que juntos formaremos un colectivo importante, para el desarrollo de una sociedad donde cada día demanda más seguridad para la relajación y el descanso de las personas.</a:t>
            </a:r>
          </a:p>
        </p:txBody>
      </p:sp>
      <p:pic>
        <p:nvPicPr>
          <p:cNvPr id="2051" name="Picture 3" descr="C:\Documents and Settings\Administrador\Mis documentos\Proyectos Web\Web Ajse Final\Images\logoajse.gif"/>
          <p:cNvPicPr>
            <a:picLocks noChangeAspect="1" noChangeArrowheads="1"/>
          </p:cNvPicPr>
          <p:nvPr/>
        </p:nvPicPr>
        <p:blipFill>
          <a:blip r:embed="rId2" cstate="print">
            <a:lum bright="-6000" contrast="6000"/>
          </a:blip>
          <a:srcRect/>
          <a:stretch>
            <a:fillRect/>
          </a:stretch>
        </p:blipFill>
        <p:spPr bwMode="auto">
          <a:xfrm>
            <a:off x="500034" y="857232"/>
            <a:ext cx="1714512" cy="1428760"/>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bevelB/>
          </a:sp3d>
        </p:spPr>
      </p:pic>
      <p:pic>
        <p:nvPicPr>
          <p:cNvPr id="17412" name="Picture 4" descr="C:\Users\Antonio\Desktop\images (1).jpg"/>
          <p:cNvPicPr>
            <a:picLocks noChangeAspect="1" noChangeArrowheads="1"/>
          </p:cNvPicPr>
          <p:nvPr/>
        </p:nvPicPr>
        <p:blipFill>
          <a:blip r:embed="rId3"/>
          <a:srcRect/>
          <a:stretch>
            <a:fillRect/>
          </a:stretch>
        </p:blipFill>
        <p:spPr bwMode="auto">
          <a:xfrm>
            <a:off x="7286644" y="142852"/>
            <a:ext cx="1682783" cy="1260463"/>
          </a:xfrm>
          <a:prstGeom prst="rect">
            <a:avLst/>
          </a:prstGeom>
          <a:ln>
            <a:noFill/>
          </a:ln>
          <a:effectLst>
            <a:softEdge rad="112500"/>
          </a:effectLst>
        </p:spPr>
      </p:pic>
    </p:spTree>
  </p:cSld>
  <p:clrMapOvr>
    <a:masterClrMapping/>
  </p:clrMapOvr>
  <p:transition spd="med" advClick="0" advTm="20000">
    <p:wheel spokes="8"/>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scene3d>
            <a:camera prst="orthographicFront"/>
            <a:lightRig rig="morning" dir="t"/>
          </a:scene3d>
        </p:spPr>
        <p:txBody>
          <a:bodyPr/>
          <a:lstStyle/>
          <a:p>
            <a:pPr eaLnBrk="1" fontAlgn="auto" hangingPunct="1">
              <a:spcAft>
                <a:spcPts val="0"/>
              </a:spcAft>
              <a:defRPr/>
            </a:pPr>
            <a:r>
              <a:rPr lang="es-ES" i="1" dirty="0">
                <a:solidFill>
                  <a:schemeClr val="accent2">
                    <a:lumMod val="40000"/>
                    <a:lumOff val="60000"/>
                  </a:schemeClr>
                </a:solidFill>
              </a:rPr>
              <a:t>Nuestro Futuro:</a:t>
            </a:r>
          </a:p>
        </p:txBody>
      </p:sp>
      <p:sp>
        <p:nvSpPr>
          <p:cNvPr id="3" name="2 Marcador de texto"/>
          <p:cNvSpPr>
            <a:spLocks noGrp="1"/>
          </p:cNvSpPr>
          <p:nvPr>
            <p:ph type="body" idx="1"/>
          </p:nvPr>
        </p:nvSpPr>
        <p:spPr>
          <a:xfrm>
            <a:off x="3922713" y="2932113"/>
            <a:ext cx="5078412" cy="1454150"/>
          </a:xfrm>
        </p:spPr>
        <p:txBody>
          <a:bodyPr>
            <a:noAutofit/>
          </a:bodyPr>
          <a:lstStyle/>
          <a:p>
            <a:pPr algn="just" eaLnBrk="1" fontAlgn="auto" hangingPunct="1">
              <a:spcAft>
                <a:spcPts val="0"/>
              </a:spcAft>
              <a:buFont typeface="Wingdings 3"/>
              <a:buNone/>
              <a:defRPr/>
            </a:pPr>
            <a:r>
              <a:rPr lang="es-ES" sz="1600" b="1" i="1" dirty="0">
                <a:solidFill>
                  <a:schemeClr val="accent2">
                    <a:lumMod val="75000"/>
                  </a:schemeClr>
                </a:solidFill>
              </a:rPr>
              <a:t>AJSE: </a:t>
            </a:r>
            <a:r>
              <a:rPr lang="es-ES" sz="1600" dirty="0">
                <a:solidFill>
                  <a:schemeClr val="tx1">
                    <a:lumMod val="95000"/>
                  </a:schemeClr>
                </a:solidFill>
              </a:rPr>
              <a:t>edita mensualmente una revista para profesionales del sector, socios, patrocinadores, y colaboradores, rompemos fronteras, colaborando con asociaciones de Sudamérica, y seguiremos creciendo expandiéndonos al resto del mundo, </a:t>
            </a:r>
            <a:r>
              <a:rPr lang="es-ES" sz="1600" b="1" dirty="0">
                <a:solidFill>
                  <a:schemeClr val="tx1">
                    <a:lumMod val="95000"/>
                  </a:schemeClr>
                </a:solidFill>
              </a:rPr>
              <a:t> </a:t>
            </a:r>
            <a:r>
              <a:rPr lang="es-ES" sz="1600" dirty="0">
                <a:solidFill>
                  <a:schemeClr val="tx1">
                    <a:lumMod val="95000"/>
                  </a:schemeClr>
                </a:solidFill>
              </a:rPr>
              <a:t> pactos finales con emisoras de radio y cadenas de TV locales para dar a la sociedad los mejores consejos para la protección de sus hogares o empresas, con programas semanales, tertulias o coloquios, nuestro objetivo también será la prensa escrita, somos más de </a:t>
            </a:r>
            <a:r>
              <a:rPr lang="es-ES" sz="1600" b="1" dirty="0">
                <a:solidFill>
                  <a:schemeClr val="tx1">
                    <a:lumMod val="95000"/>
                  </a:schemeClr>
                </a:solidFill>
              </a:rPr>
              <a:t>500</a:t>
            </a:r>
            <a:r>
              <a:rPr lang="es-ES" sz="1600" dirty="0">
                <a:solidFill>
                  <a:schemeClr val="tx1">
                    <a:lumMod val="95000"/>
                  </a:schemeClr>
                </a:solidFill>
              </a:rPr>
              <a:t> profesionales unidos, calculamos que para el </a:t>
            </a:r>
            <a:r>
              <a:rPr lang="es-ES" sz="1600" b="1" dirty="0">
                <a:solidFill>
                  <a:schemeClr val="tx1">
                    <a:lumMod val="95000"/>
                  </a:schemeClr>
                </a:solidFill>
              </a:rPr>
              <a:t>2013</a:t>
            </a:r>
            <a:r>
              <a:rPr lang="es-ES" sz="1600" dirty="0">
                <a:solidFill>
                  <a:schemeClr val="tx1">
                    <a:lumMod val="95000"/>
                  </a:schemeClr>
                </a:solidFill>
              </a:rPr>
              <a:t> ya seremos </a:t>
            </a:r>
            <a:r>
              <a:rPr lang="es-ES" sz="1600" b="1" dirty="0">
                <a:solidFill>
                  <a:schemeClr val="tx1">
                    <a:lumMod val="95000"/>
                  </a:schemeClr>
                </a:solidFill>
              </a:rPr>
              <a:t>600 </a:t>
            </a:r>
            <a:r>
              <a:rPr lang="es-ES" sz="1600" dirty="0">
                <a:solidFill>
                  <a:schemeClr val="tx1">
                    <a:lumMod val="95000"/>
                  </a:schemeClr>
                </a:solidFill>
              </a:rPr>
              <a:t>que juntos a nuestro colaboradores ampliaremos a mas de </a:t>
            </a:r>
            <a:r>
              <a:rPr lang="es-ES" sz="1600" b="1" dirty="0">
                <a:solidFill>
                  <a:schemeClr val="tx1">
                    <a:lumMod val="95000"/>
                  </a:schemeClr>
                </a:solidFill>
              </a:rPr>
              <a:t>60 Empresas</a:t>
            </a:r>
            <a:r>
              <a:rPr lang="es-ES" sz="1600" dirty="0">
                <a:solidFill>
                  <a:schemeClr val="tx1">
                    <a:lumMod val="95000"/>
                  </a:schemeClr>
                </a:solidFill>
              </a:rPr>
              <a:t> que trabajan y confían en nosotros.</a:t>
            </a:r>
          </a:p>
        </p:txBody>
      </p:sp>
      <p:pic>
        <p:nvPicPr>
          <p:cNvPr id="16388" name="3 Imagen" descr="C:\Documents and Settings\Cede\Escritorio\DSC00897.JPG"/>
          <p:cNvPicPr>
            <a:picLocks noChangeAspect="1" noChangeArrowheads="1"/>
          </p:cNvPicPr>
          <p:nvPr/>
        </p:nvPicPr>
        <p:blipFill>
          <a:blip r:embed="rId2" cstate="print"/>
          <a:srcRect/>
          <a:stretch>
            <a:fillRect/>
          </a:stretch>
        </p:blipFill>
        <p:spPr bwMode="auto">
          <a:xfrm>
            <a:off x="357188" y="2214563"/>
            <a:ext cx="1785937" cy="1204912"/>
          </a:xfrm>
          <a:prstGeom prst="rect">
            <a:avLst/>
          </a:prstGeom>
          <a:noFill/>
          <a:ln w="9525">
            <a:noFill/>
            <a:miter lim="800000"/>
            <a:headEnd/>
            <a:tailEnd/>
          </a:ln>
        </p:spPr>
      </p:pic>
      <p:pic>
        <p:nvPicPr>
          <p:cNvPr id="16389" name="4 Imagen" descr="C:\Documents and Settings\Cede\Escritorio\Revista de Seguridad\fotografia_01lf.jpg"/>
          <p:cNvPicPr>
            <a:picLocks noChangeAspect="1" noChangeArrowheads="1"/>
          </p:cNvPicPr>
          <p:nvPr/>
        </p:nvPicPr>
        <p:blipFill>
          <a:blip r:embed="rId3" cstate="print"/>
          <a:srcRect/>
          <a:stretch>
            <a:fillRect/>
          </a:stretch>
        </p:blipFill>
        <p:spPr bwMode="auto">
          <a:xfrm>
            <a:off x="500063" y="428625"/>
            <a:ext cx="1290637" cy="1547813"/>
          </a:xfrm>
          <a:prstGeom prst="rect">
            <a:avLst/>
          </a:prstGeom>
          <a:noFill/>
          <a:ln w="9525">
            <a:noFill/>
            <a:miter lim="800000"/>
            <a:headEnd/>
            <a:tailEnd/>
          </a:ln>
        </p:spPr>
      </p:pic>
      <p:pic>
        <p:nvPicPr>
          <p:cNvPr id="6" name="Picture 3" descr="C:\Documents and Settings\Administrador\Mis documentos\Proyectos Web\Web Ajse Final\Images\logoajse.gif"/>
          <p:cNvPicPr>
            <a:picLocks noChangeAspect="1" noChangeArrowheads="1"/>
          </p:cNvPicPr>
          <p:nvPr/>
        </p:nvPicPr>
        <p:blipFill>
          <a:blip r:embed="rId4" cstate="print">
            <a:lum bright="-6000" contrast="6000"/>
          </a:blip>
          <a:srcRect/>
          <a:stretch>
            <a:fillRect/>
          </a:stretch>
        </p:blipFill>
        <p:spPr bwMode="auto">
          <a:xfrm>
            <a:off x="6786578" y="214290"/>
            <a:ext cx="1785950" cy="1428760"/>
          </a:xfrm>
          <a:prstGeom prst="rect">
            <a:avLst/>
          </a:prstGeom>
          <a:noFill/>
          <a:effectLst>
            <a:outerShdw blurRad="76200" dir="18900000" sy="23000" kx="-1200000" algn="bl" rotWithShape="0">
              <a:prstClr val="black">
                <a:alpha val="20000"/>
              </a:prstClr>
            </a:outerShdw>
          </a:effectLst>
          <a:scene3d>
            <a:camera prst="orthographicFront"/>
            <a:lightRig rig="threePt" dir="t"/>
          </a:scene3d>
          <a:sp3d>
            <a:bevelT/>
            <a:bevelB/>
          </a:sp3d>
        </p:spPr>
      </p:pic>
      <p:pic>
        <p:nvPicPr>
          <p:cNvPr id="16391" name="Picture 2" descr="C:\Documents and Settings\Administrador\Escritorio\images4.jpg"/>
          <p:cNvPicPr>
            <a:picLocks noChangeAspect="1" noChangeArrowheads="1"/>
          </p:cNvPicPr>
          <p:nvPr/>
        </p:nvPicPr>
        <p:blipFill>
          <a:blip r:embed="rId5" cstate="print"/>
          <a:srcRect/>
          <a:stretch>
            <a:fillRect/>
          </a:stretch>
        </p:blipFill>
        <p:spPr bwMode="auto">
          <a:xfrm>
            <a:off x="2643188" y="357188"/>
            <a:ext cx="1285870" cy="1357300"/>
          </a:xfrm>
          <a:prstGeom prst="rect">
            <a:avLst/>
          </a:prstGeom>
          <a:noFill/>
          <a:ln w="9525">
            <a:noFill/>
            <a:miter lim="800000"/>
            <a:headEnd/>
            <a:tailEnd/>
          </a:ln>
        </p:spPr>
      </p:pic>
      <p:pic>
        <p:nvPicPr>
          <p:cNvPr id="16392" name="Picture 3" descr="C:\Documents and Settings\Administrador\Escritorio\images.jpg"/>
          <p:cNvPicPr>
            <a:picLocks noChangeAspect="1" noChangeArrowheads="1"/>
          </p:cNvPicPr>
          <p:nvPr/>
        </p:nvPicPr>
        <p:blipFill>
          <a:blip r:embed="rId6" cstate="print"/>
          <a:srcRect/>
          <a:stretch>
            <a:fillRect/>
          </a:stretch>
        </p:blipFill>
        <p:spPr bwMode="auto">
          <a:xfrm>
            <a:off x="4219574" y="490538"/>
            <a:ext cx="1495433" cy="942975"/>
          </a:xfrm>
          <a:prstGeom prst="rect">
            <a:avLst/>
          </a:prstGeom>
          <a:noFill/>
          <a:ln w="9525">
            <a:noFill/>
            <a:miter lim="800000"/>
            <a:headEnd/>
            <a:tailEnd/>
          </a:ln>
        </p:spPr>
      </p:pic>
      <p:pic>
        <p:nvPicPr>
          <p:cNvPr id="16393" name="Picture 4" descr="C:\Documents and Settings\Administrador\Escritorio\images2.jpg"/>
          <p:cNvPicPr>
            <a:picLocks noChangeAspect="1" noChangeArrowheads="1"/>
          </p:cNvPicPr>
          <p:nvPr/>
        </p:nvPicPr>
        <p:blipFill>
          <a:blip r:embed="rId7" cstate="print"/>
          <a:srcRect/>
          <a:stretch>
            <a:fillRect/>
          </a:stretch>
        </p:blipFill>
        <p:spPr bwMode="auto">
          <a:xfrm>
            <a:off x="285750" y="3714750"/>
            <a:ext cx="1643044" cy="1071572"/>
          </a:xfrm>
          <a:prstGeom prst="rect">
            <a:avLst/>
          </a:prstGeom>
          <a:noFill/>
          <a:ln w="9525">
            <a:noFill/>
            <a:miter lim="800000"/>
            <a:headEnd/>
            <a:tailEnd/>
          </a:ln>
        </p:spPr>
      </p:pic>
      <p:pic>
        <p:nvPicPr>
          <p:cNvPr id="16394" name="Picture 5" descr="C:\Documents and Settings\Administrador\Escritorio\image3s.jpg"/>
          <p:cNvPicPr>
            <a:picLocks noChangeAspect="1" noChangeArrowheads="1"/>
          </p:cNvPicPr>
          <p:nvPr/>
        </p:nvPicPr>
        <p:blipFill>
          <a:blip r:embed="rId8" cstate="print"/>
          <a:srcRect/>
          <a:stretch>
            <a:fillRect/>
          </a:stretch>
        </p:blipFill>
        <p:spPr bwMode="auto">
          <a:xfrm>
            <a:off x="2071670" y="4786322"/>
            <a:ext cx="1547830" cy="1357303"/>
          </a:xfrm>
          <a:prstGeom prst="rect">
            <a:avLst/>
          </a:prstGeom>
          <a:noFill/>
          <a:ln w="9525">
            <a:noFill/>
            <a:miter lim="800000"/>
            <a:headEnd/>
            <a:tailEnd/>
          </a:ln>
        </p:spPr>
      </p:pic>
    </p:spTree>
  </p:cSld>
  <p:clrMapOvr>
    <a:masterClrMapping/>
  </p:clrMapOvr>
  <p:transition spd="med" advClick="0" advTm="20000">
    <p:wheel spokes="8"/>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scene3d>
            <a:camera prst="orthographicFront"/>
            <a:lightRig rig="freezing" dir="t"/>
          </a:scene3d>
        </p:spPr>
        <p:txBody>
          <a:bodyPr/>
          <a:lstStyle/>
          <a:p>
            <a:pPr eaLnBrk="1" fontAlgn="auto" hangingPunct="1">
              <a:spcAft>
                <a:spcPts val="0"/>
              </a:spcAft>
              <a:defRPr/>
            </a:pPr>
            <a:r>
              <a:rPr lang="es-ES" i="1" dirty="0">
                <a:solidFill>
                  <a:schemeClr val="accent5">
                    <a:lumMod val="60000"/>
                    <a:lumOff val="40000"/>
                  </a:schemeClr>
                </a:solidFill>
              </a:rPr>
              <a:t>Asociarse:</a:t>
            </a:r>
          </a:p>
        </p:txBody>
      </p:sp>
      <p:sp>
        <p:nvSpPr>
          <p:cNvPr id="3" name="2 Marcador de texto"/>
          <p:cNvSpPr>
            <a:spLocks noGrp="1"/>
          </p:cNvSpPr>
          <p:nvPr>
            <p:ph type="body" idx="1"/>
          </p:nvPr>
        </p:nvSpPr>
        <p:spPr>
          <a:xfrm>
            <a:off x="3922713" y="2804028"/>
            <a:ext cx="4572000" cy="1582235"/>
          </a:xfrm>
        </p:spPr>
        <p:txBody>
          <a:bodyPr>
            <a:noAutofit/>
          </a:bodyPr>
          <a:lstStyle/>
          <a:p>
            <a:pPr algn="just" eaLnBrk="1" fontAlgn="auto" hangingPunct="1">
              <a:spcAft>
                <a:spcPts val="0"/>
              </a:spcAft>
              <a:buFont typeface="Wingdings 3"/>
              <a:buNone/>
              <a:defRPr/>
            </a:pPr>
            <a:r>
              <a:rPr lang="es-ES" sz="1400" dirty="0"/>
              <a:t>Para poder asociarse a </a:t>
            </a:r>
            <a:r>
              <a:rPr lang="es-ES" sz="1400" b="1" i="1" dirty="0">
                <a:solidFill>
                  <a:schemeClr val="accent2">
                    <a:lumMod val="75000"/>
                  </a:schemeClr>
                </a:solidFill>
              </a:rPr>
              <a:t>AJSE</a:t>
            </a:r>
            <a:r>
              <a:rPr lang="es-ES" sz="1400" dirty="0"/>
              <a:t>, es necesario entrar o bien en la web, donde aparece nuestra hoja de inscripción, </a:t>
            </a:r>
            <a:r>
              <a:rPr lang="es-ES" sz="1400" dirty="0">
                <a:solidFill>
                  <a:srgbClr val="FFFF00"/>
                </a:solidFill>
              </a:rPr>
              <a:t>www.ajse.es</a:t>
            </a:r>
            <a:r>
              <a:rPr lang="es-ES" sz="1400" dirty="0"/>
              <a:t>, o ponerse en contacto con:</a:t>
            </a:r>
            <a:r>
              <a:rPr lang="es-ES" sz="1400" u="sng" dirty="0"/>
              <a:t> </a:t>
            </a:r>
            <a:r>
              <a:rPr lang="es-ES" sz="1400" u="sng" dirty="0">
                <a:solidFill>
                  <a:schemeClr val="accent3"/>
                </a:solidFill>
              </a:rPr>
              <a:t>secretaria</a:t>
            </a:r>
            <a:r>
              <a:rPr lang="es-ES" sz="1400" u="sng" dirty="0">
                <a:hlinkClick r:id="rId2"/>
              </a:rPr>
              <a:t>@ajse.es</a:t>
            </a:r>
            <a:r>
              <a:rPr lang="es-ES" sz="1400" dirty="0"/>
              <a:t>, y los requisitos son </a:t>
            </a:r>
            <a:r>
              <a:rPr lang="es-ES" sz="1400" b="1" dirty="0">
                <a:solidFill>
                  <a:schemeClr val="tx2">
                    <a:lumMod val="50000"/>
                  </a:schemeClr>
                </a:solidFill>
              </a:rPr>
              <a:t>30</a:t>
            </a:r>
            <a:r>
              <a:rPr lang="es-ES" sz="1400" b="1" dirty="0">
                <a:solidFill>
                  <a:schemeClr val="accent2">
                    <a:lumMod val="60000"/>
                    <a:lumOff val="40000"/>
                  </a:schemeClr>
                </a:solidFill>
              </a:rPr>
              <a:t> </a:t>
            </a:r>
            <a:r>
              <a:rPr lang="es-ES" sz="1400" b="1" dirty="0">
                <a:solidFill>
                  <a:schemeClr val="tx2">
                    <a:lumMod val="50000"/>
                  </a:schemeClr>
                </a:solidFill>
              </a:rPr>
              <a:t>€</a:t>
            </a:r>
            <a:r>
              <a:rPr lang="es-ES" sz="1400" dirty="0"/>
              <a:t> cada tres meses y trabajar en seguridad como: Jefe de Seguridad o estar en posesión del titulo de Jefe de Seguridad, Delegado de Seguridad, Director de Seguridad o Directivo en cualquier categoría de Seguridad, con lo que te da derecho a disfrutar de nuestros descuentos en materiales: Armerías, Uniformes, Restaurantes, Hoteles, Congresos, Ferias, etc. Además formación gratuita para nuestros asociados, bolsa de trabajo, derecho a defensa y orientación jurídica, asesoramiento, comercial, informático</a:t>
            </a:r>
            <a:r>
              <a:rPr lang="es-ES" sz="1600" dirty="0"/>
              <a:t>.</a:t>
            </a:r>
          </a:p>
        </p:txBody>
      </p:sp>
      <p:pic>
        <p:nvPicPr>
          <p:cNvPr id="4" name="Picture 3" descr="C:\Documents and Settings\Administrador\Mis documentos\Proyectos Web\Web Ajse Final\Images\logoajse.gif"/>
          <p:cNvPicPr>
            <a:picLocks noChangeAspect="1" noChangeArrowheads="1"/>
          </p:cNvPicPr>
          <p:nvPr/>
        </p:nvPicPr>
        <p:blipFill>
          <a:blip r:embed="rId3" cstate="print">
            <a:lum bright="-6000" contrast="6000"/>
          </a:blip>
          <a:srcRect/>
          <a:stretch>
            <a:fillRect/>
          </a:stretch>
        </p:blipFill>
        <p:spPr bwMode="auto">
          <a:xfrm>
            <a:off x="571472" y="142852"/>
            <a:ext cx="1785950" cy="1428760"/>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bevelB w="165100" prst="coolSlant"/>
          </a:sp3d>
        </p:spPr>
      </p:pic>
      <p:pic>
        <p:nvPicPr>
          <p:cNvPr id="16386" name="Picture 2" descr="C:\Users\Antonio\Desktop\el-papiro_de_Ahmes.jpg"/>
          <p:cNvPicPr>
            <a:picLocks noChangeAspect="1" noChangeArrowheads="1"/>
          </p:cNvPicPr>
          <p:nvPr/>
        </p:nvPicPr>
        <p:blipFill>
          <a:blip r:embed="rId4"/>
          <a:srcRect/>
          <a:stretch>
            <a:fillRect/>
          </a:stretch>
        </p:blipFill>
        <p:spPr bwMode="auto">
          <a:xfrm>
            <a:off x="642910" y="3571876"/>
            <a:ext cx="1828800" cy="1731962"/>
          </a:xfrm>
          <a:prstGeom prst="rect">
            <a:avLst/>
          </a:prstGeom>
          <a:noFill/>
          <a:scene3d>
            <a:camera prst="orthographicFront"/>
            <a:lightRig rig="threePt" dir="t"/>
          </a:scene3d>
          <a:sp3d>
            <a:bevelT prst="angle"/>
          </a:sp3d>
        </p:spPr>
      </p:pic>
      <p:pic>
        <p:nvPicPr>
          <p:cNvPr id="16387" name="Picture 3" descr="C:\Users\Antonio\Desktop\4033473050_f83383847c_z.jpg"/>
          <p:cNvPicPr>
            <a:picLocks noChangeAspect="1" noChangeArrowheads="1"/>
          </p:cNvPicPr>
          <p:nvPr/>
        </p:nvPicPr>
        <p:blipFill>
          <a:blip r:embed="rId5"/>
          <a:srcRect/>
          <a:stretch>
            <a:fillRect/>
          </a:stretch>
        </p:blipFill>
        <p:spPr bwMode="auto">
          <a:xfrm>
            <a:off x="5286380" y="214290"/>
            <a:ext cx="3000396" cy="158223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ransition spd="med" advClick="0" advTm="20000">
    <p:wheel spokes="8"/>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scene3d>
            <a:camera prst="orthographicFront"/>
            <a:lightRig rig="sunset" dir="t"/>
          </a:scene3d>
        </p:spPr>
        <p:txBody>
          <a:bodyPr/>
          <a:lstStyle/>
          <a:p>
            <a:pPr eaLnBrk="1" fontAlgn="auto" hangingPunct="1">
              <a:spcAft>
                <a:spcPts val="0"/>
              </a:spcAft>
              <a:defRPr/>
            </a:pPr>
            <a:r>
              <a:rPr lang="es-ES" i="1" dirty="0">
                <a:solidFill>
                  <a:schemeClr val="accent5">
                    <a:lumMod val="40000"/>
                    <a:lumOff val="60000"/>
                  </a:schemeClr>
                </a:solidFill>
              </a:rPr>
              <a:t>Expansión:</a:t>
            </a:r>
          </a:p>
        </p:txBody>
      </p:sp>
      <p:sp>
        <p:nvSpPr>
          <p:cNvPr id="3" name="2 Marcador de texto"/>
          <p:cNvSpPr>
            <a:spLocks noGrp="1"/>
          </p:cNvSpPr>
          <p:nvPr>
            <p:ph type="body" idx="1"/>
          </p:nvPr>
        </p:nvSpPr>
        <p:spPr>
          <a:xfrm>
            <a:off x="3922713" y="2932113"/>
            <a:ext cx="4572000" cy="1454150"/>
          </a:xfrm>
        </p:spPr>
        <p:txBody>
          <a:bodyPr>
            <a:noAutofit/>
          </a:bodyPr>
          <a:lstStyle/>
          <a:p>
            <a:pPr algn="just" eaLnBrk="1" fontAlgn="auto" hangingPunct="1">
              <a:spcAft>
                <a:spcPts val="0"/>
              </a:spcAft>
              <a:defRPr/>
            </a:pPr>
            <a:r>
              <a:rPr lang="es-ES" sz="1400" dirty="0"/>
              <a:t>En todos los países tienen los mismos problemas “ la Seguridad” por eso </a:t>
            </a:r>
            <a:r>
              <a:rPr lang="es-ES" sz="1600" b="1" i="1" dirty="0">
                <a:solidFill>
                  <a:schemeClr val="accent2">
                    <a:lumMod val="75000"/>
                  </a:schemeClr>
                </a:solidFill>
              </a:rPr>
              <a:t>AJSE</a:t>
            </a:r>
            <a:r>
              <a:rPr lang="es-ES" sz="1400" b="1" i="1" dirty="0">
                <a:solidFill>
                  <a:schemeClr val="accent2">
                    <a:lumMod val="75000"/>
                  </a:schemeClr>
                </a:solidFill>
              </a:rPr>
              <a:t> </a:t>
            </a:r>
            <a:r>
              <a:rPr lang="es-ES" sz="1400" dirty="0"/>
              <a:t>en una reflexión final decide abrir fronteras y expandirse a nuevos horizontes y  nuevos países, entre los que están: Argentina Brasil, México, Colombia, Nicaragua, Sudáfrica, Italia, Portugal, China y Perú, colaborar en todas las materias y formas de delincuencia para aprender y ser formados, así como enseñar y formar, pues siempre estaremos abiertos a aprender y a las  nuevas fuentes de delincuencia es la de luchar con todos los medios a nuestra disposición. Al transmitir conocimientos, pues  nuestro punto de vista l abrinos a otros países intercambiamos medios e información y es por eso que en congresos de seguridad, jornadas, etc. es donde más y mejor será reconocida nuestro valor. </a:t>
            </a:r>
          </a:p>
        </p:txBody>
      </p:sp>
      <p:pic>
        <p:nvPicPr>
          <p:cNvPr id="18437" name="Picture 7" descr="http://www.ajse.es/Images/espacio.gif"/>
          <p:cNvPicPr>
            <a:picLocks noChangeAspect="1" noChangeArrowheads="1"/>
          </p:cNvPicPr>
          <p:nvPr/>
        </p:nvPicPr>
        <p:blipFill>
          <a:blip r:embed="rId2"/>
          <a:srcRect/>
          <a:stretch>
            <a:fillRect/>
          </a:stretch>
        </p:blipFill>
        <p:spPr bwMode="auto">
          <a:xfrm>
            <a:off x="0" y="0"/>
            <a:ext cx="9525" cy="95250"/>
          </a:xfrm>
          <a:prstGeom prst="rect">
            <a:avLst/>
          </a:prstGeom>
          <a:noFill/>
          <a:ln w="9525">
            <a:noFill/>
            <a:miter lim="800000"/>
            <a:headEnd/>
            <a:tailEnd/>
          </a:ln>
        </p:spPr>
      </p:pic>
      <p:pic>
        <p:nvPicPr>
          <p:cNvPr id="16386" name="Picture 2" descr="C:\Users\Antonio\Desktop\images (3).jpg"/>
          <p:cNvPicPr>
            <a:picLocks noChangeAspect="1" noChangeArrowheads="1"/>
          </p:cNvPicPr>
          <p:nvPr/>
        </p:nvPicPr>
        <p:blipFill>
          <a:blip r:embed="rId3"/>
          <a:srcRect/>
          <a:stretch>
            <a:fillRect/>
          </a:stretch>
        </p:blipFill>
        <p:spPr bwMode="auto">
          <a:xfrm>
            <a:off x="2000232" y="214290"/>
            <a:ext cx="1232608" cy="85725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6387" name="Picture 3" descr="C:\Users\Antonio\Desktop\images (2).jpg"/>
          <p:cNvPicPr>
            <a:picLocks noChangeAspect="1" noChangeArrowheads="1"/>
          </p:cNvPicPr>
          <p:nvPr/>
        </p:nvPicPr>
        <p:blipFill>
          <a:blip r:embed="rId4"/>
          <a:srcRect/>
          <a:stretch>
            <a:fillRect/>
          </a:stretch>
        </p:blipFill>
        <p:spPr bwMode="auto">
          <a:xfrm>
            <a:off x="7572395" y="214290"/>
            <a:ext cx="1298873" cy="92869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6388" name="Picture 4" descr="C:\Users\Antonio\Desktop\images (1).jpg"/>
          <p:cNvPicPr>
            <a:picLocks noChangeAspect="1" noChangeArrowheads="1"/>
          </p:cNvPicPr>
          <p:nvPr/>
        </p:nvPicPr>
        <p:blipFill>
          <a:blip r:embed="rId5"/>
          <a:srcRect/>
          <a:stretch>
            <a:fillRect/>
          </a:stretch>
        </p:blipFill>
        <p:spPr bwMode="auto">
          <a:xfrm>
            <a:off x="3857620" y="214290"/>
            <a:ext cx="1223977" cy="87514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6389" name="Picture 5" descr="C:\Users\Antonio\Desktop\images (6).jpg"/>
          <p:cNvPicPr>
            <a:picLocks noChangeAspect="1" noChangeArrowheads="1"/>
          </p:cNvPicPr>
          <p:nvPr/>
        </p:nvPicPr>
        <p:blipFill>
          <a:blip r:embed="rId6"/>
          <a:srcRect/>
          <a:stretch>
            <a:fillRect/>
          </a:stretch>
        </p:blipFill>
        <p:spPr bwMode="auto">
          <a:xfrm>
            <a:off x="2143108" y="1714488"/>
            <a:ext cx="1285884" cy="91940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6390" name="Picture 6" descr="C:\Users\Antonio\Desktop\images 7.jpg"/>
          <p:cNvPicPr>
            <a:picLocks noChangeAspect="1" noChangeArrowheads="1"/>
          </p:cNvPicPr>
          <p:nvPr/>
        </p:nvPicPr>
        <p:blipFill>
          <a:blip r:embed="rId7"/>
          <a:srcRect/>
          <a:stretch>
            <a:fillRect/>
          </a:stretch>
        </p:blipFill>
        <p:spPr bwMode="auto">
          <a:xfrm>
            <a:off x="142844" y="214290"/>
            <a:ext cx="1285884" cy="91940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6391" name="Picture 7" descr="C:\Users\Antonio\Desktop\images (4).jpg"/>
          <p:cNvPicPr>
            <a:picLocks noChangeAspect="1" noChangeArrowheads="1"/>
          </p:cNvPicPr>
          <p:nvPr/>
        </p:nvPicPr>
        <p:blipFill>
          <a:blip r:embed="rId8"/>
          <a:srcRect/>
          <a:stretch>
            <a:fillRect/>
          </a:stretch>
        </p:blipFill>
        <p:spPr bwMode="auto">
          <a:xfrm>
            <a:off x="142844" y="1643050"/>
            <a:ext cx="1214446" cy="86832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6392" name="Picture 8" descr="C:\Users\Antonio\Desktop\images (7).jpg"/>
          <p:cNvPicPr>
            <a:picLocks noChangeAspect="1" noChangeArrowheads="1"/>
          </p:cNvPicPr>
          <p:nvPr/>
        </p:nvPicPr>
        <p:blipFill>
          <a:blip r:embed="rId9"/>
          <a:srcRect/>
          <a:stretch>
            <a:fillRect/>
          </a:stretch>
        </p:blipFill>
        <p:spPr bwMode="auto">
          <a:xfrm>
            <a:off x="142844" y="3357562"/>
            <a:ext cx="1428759" cy="95077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6393" name="Picture 9" descr="C:\Users\Antonio\Desktop\images (5).jpg"/>
          <p:cNvPicPr>
            <a:picLocks noChangeAspect="1" noChangeArrowheads="1"/>
          </p:cNvPicPr>
          <p:nvPr/>
        </p:nvPicPr>
        <p:blipFill>
          <a:blip r:embed="rId10"/>
          <a:srcRect/>
          <a:stretch>
            <a:fillRect/>
          </a:stretch>
        </p:blipFill>
        <p:spPr bwMode="auto">
          <a:xfrm>
            <a:off x="5572132" y="214290"/>
            <a:ext cx="1285884" cy="919407"/>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6394" name="Picture 10" descr="C:\Users\Antonio\Desktop\descarga.jpg"/>
          <p:cNvPicPr>
            <a:picLocks noChangeAspect="1" noChangeArrowheads="1"/>
          </p:cNvPicPr>
          <p:nvPr/>
        </p:nvPicPr>
        <p:blipFill>
          <a:blip r:embed="rId11"/>
          <a:srcRect/>
          <a:stretch>
            <a:fillRect/>
          </a:stretch>
        </p:blipFill>
        <p:spPr bwMode="auto">
          <a:xfrm>
            <a:off x="2000232" y="4786322"/>
            <a:ext cx="1403100" cy="98426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6395" name="Picture 11" descr="C:\Users\Antonio\Desktop\portugal.jpg"/>
          <p:cNvPicPr>
            <a:picLocks noChangeAspect="1" noChangeArrowheads="1"/>
          </p:cNvPicPr>
          <p:nvPr/>
        </p:nvPicPr>
        <p:blipFill>
          <a:blip r:embed="rId12"/>
          <a:srcRect/>
          <a:stretch>
            <a:fillRect/>
          </a:stretch>
        </p:blipFill>
        <p:spPr bwMode="auto">
          <a:xfrm>
            <a:off x="2000232" y="3357562"/>
            <a:ext cx="1460521" cy="104573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transition spd="med" advClick="0" advTm="20000">
    <p:wheel spokes="8"/>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scene3d>
            <a:camera prst="orthographicFront"/>
            <a:lightRig rig="sunset" dir="t"/>
          </a:scene3d>
        </p:spPr>
        <p:txBody>
          <a:bodyPr/>
          <a:lstStyle/>
          <a:p>
            <a:pPr eaLnBrk="1" fontAlgn="auto" hangingPunct="1">
              <a:spcAft>
                <a:spcPts val="0"/>
              </a:spcAft>
              <a:defRPr/>
            </a:pPr>
            <a:r>
              <a:rPr lang="es-ES" i="1" dirty="0">
                <a:solidFill>
                  <a:srgbClr val="FFFF00"/>
                </a:solidFill>
              </a:rPr>
              <a:t>Reflexiones:</a:t>
            </a:r>
          </a:p>
        </p:txBody>
      </p:sp>
      <p:sp>
        <p:nvSpPr>
          <p:cNvPr id="3" name="2 Marcador de texto"/>
          <p:cNvSpPr>
            <a:spLocks noGrp="1"/>
          </p:cNvSpPr>
          <p:nvPr>
            <p:ph type="body" idx="1"/>
          </p:nvPr>
        </p:nvSpPr>
        <p:spPr>
          <a:xfrm>
            <a:off x="3922713" y="2932113"/>
            <a:ext cx="4572000" cy="1454150"/>
          </a:xfrm>
        </p:spPr>
        <p:txBody>
          <a:bodyPr>
            <a:noAutofit/>
          </a:bodyPr>
          <a:lstStyle/>
          <a:p>
            <a:pPr algn="just" eaLnBrk="1" fontAlgn="auto" hangingPunct="1">
              <a:spcAft>
                <a:spcPts val="0"/>
              </a:spcAft>
              <a:buFont typeface="Wingdings 3"/>
              <a:buNone/>
              <a:defRPr/>
            </a:pPr>
            <a:r>
              <a:rPr lang="es-ES" sz="1200" dirty="0"/>
              <a:t>Hay diferentes asociaciones en seguridad privada, pero una única asociación en España denominada </a:t>
            </a:r>
            <a:r>
              <a:rPr lang="es-ES" sz="1200" i="1" dirty="0">
                <a:solidFill>
                  <a:schemeClr val="accent2">
                    <a:lumMod val="75000"/>
                  </a:schemeClr>
                </a:solidFill>
              </a:rPr>
              <a:t>AJSE,</a:t>
            </a:r>
            <a:r>
              <a:rPr lang="es-ES" sz="1200" dirty="0"/>
              <a:t> que defiende los derechos de sus asociados, que da contra prestaciones, que organiza Congresos, que quiere estar en el convenio de Seguridad Privada, que tiene representantes en diversas entidades económicas- empresariales, que lucha por mejorar la formación de su personal, aportando conocimientos al sector, que colabora con otras entidades de este y otros países, que desea que este sector sea un sector de buenos profesionales, colaboramos con entidades empresariales, y sindicales, buscamos un sitio en el sector, asesoramos al personal de seguridad privada, y queremos crear un futuro,  que estamos logrando con el esfuerzo de todos, pues nos hace fuertes con objetivos comunes, con un único pensamiento ser mejores cada día, </a:t>
            </a:r>
            <a:r>
              <a:rPr lang="es-ES" sz="1200" b="1" i="1" dirty="0">
                <a:solidFill>
                  <a:schemeClr val="accent2">
                    <a:lumMod val="75000"/>
                  </a:schemeClr>
                </a:solidFill>
              </a:rPr>
              <a:t>AJSE</a:t>
            </a:r>
            <a:r>
              <a:rPr lang="es-ES" sz="1200" dirty="0"/>
              <a:t> es tu asociación.</a:t>
            </a:r>
          </a:p>
          <a:p>
            <a:pPr algn="just" eaLnBrk="1" fontAlgn="auto" hangingPunct="1">
              <a:spcAft>
                <a:spcPts val="0"/>
              </a:spcAft>
              <a:buFont typeface="Wingdings 3"/>
              <a:buNone/>
              <a:defRPr/>
            </a:pPr>
            <a:endParaRPr lang="es-ES" sz="1200" dirty="0"/>
          </a:p>
        </p:txBody>
      </p:sp>
      <p:pic>
        <p:nvPicPr>
          <p:cNvPr id="4" name="Picture 3" descr="C:\Documents and Settings\Administrador\Mis documentos\Proyectos Web\Web Ajse Final\Images\logoajse.gif"/>
          <p:cNvPicPr>
            <a:picLocks noChangeAspect="1" noChangeArrowheads="1"/>
          </p:cNvPicPr>
          <p:nvPr/>
        </p:nvPicPr>
        <p:blipFill>
          <a:blip r:embed="rId2" cstate="print">
            <a:lum bright="-6000" contrast="6000"/>
          </a:blip>
          <a:srcRect/>
          <a:stretch>
            <a:fillRect/>
          </a:stretch>
        </p:blipFill>
        <p:spPr bwMode="auto">
          <a:xfrm>
            <a:off x="7072330" y="214290"/>
            <a:ext cx="1785950" cy="1428760"/>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bevelB w="165100" prst="coolSlant"/>
          </a:sp3d>
        </p:spPr>
      </p:pic>
      <p:pic>
        <p:nvPicPr>
          <p:cNvPr id="1026" name="Picture 2"/>
          <p:cNvPicPr>
            <a:picLocks noChangeAspect="1" noChangeArrowheads="1"/>
          </p:cNvPicPr>
          <p:nvPr/>
        </p:nvPicPr>
        <p:blipFill>
          <a:blip r:embed="rId3" cstate="print"/>
          <a:srcRect/>
          <a:stretch>
            <a:fillRect/>
          </a:stretch>
        </p:blipFill>
        <p:spPr bwMode="auto">
          <a:xfrm>
            <a:off x="285720" y="1643050"/>
            <a:ext cx="2714644" cy="271464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8434" name="Picture 2" descr="C:\Users\Antonio\Desktop\images.jpg"/>
          <p:cNvPicPr>
            <a:picLocks noChangeAspect="1" noChangeArrowheads="1"/>
          </p:cNvPicPr>
          <p:nvPr/>
        </p:nvPicPr>
        <p:blipFill>
          <a:blip r:embed="rId4"/>
          <a:srcRect/>
          <a:stretch>
            <a:fillRect/>
          </a:stretch>
        </p:blipFill>
        <p:spPr bwMode="auto">
          <a:xfrm>
            <a:off x="2786051" y="142852"/>
            <a:ext cx="1214446" cy="98521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prst="slope"/>
            <a:contourClr>
              <a:srgbClr val="333333"/>
            </a:contourClr>
          </a:sp3d>
        </p:spPr>
      </p:pic>
      <p:cxnSp>
        <p:nvCxnSpPr>
          <p:cNvPr id="8" name="7 Conector recto"/>
          <p:cNvCxnSpPr>
            <a:stCxn id="1026" idx="7"/>
          </p:cNvCxnSpPr>
          <p:nvPr/>
        </p:nvCxnSpPr>
        <p:spPr>
          <a:xfrm rot="5400000" flipH="1" flipV="1">
            <a:off x="2388500" y="1285859"/>
            <a:ext cx="969054" cy="540429"/>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advClick="0" advTm="20000">
    <p:wheel spokes="8"/>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urrencia">
  <a:themeElements>
    <a:clrScheme name="Concurrencia">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urrencia">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urrencia">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urrencia">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urrencia">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urrencia">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urrencia">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Concourse</Template>
  <TotalTime>875</TotalTime>
  <Words>1182</Words>
  <Application>Microsoft Office PowerPoint</Application>
  <PresentationFormat>Presentación en pantalla (4:3)</PresentationFormat>
  <Paragraphs>29</Paragraphs>
  <Slides>11</Slides>
  <Notes>0</Notes>
  <HiddenSlides>0</HiddenSlides>
  <MMClips>1</MMClips>
  <ScaleCrop>false</ScaleCrop>
  <HeadingPairs>
    <vt:vector size="10"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11</vt:i4>
      </vt:variant>
      <vt:variant>
        <vt:lpstr>Presentaciones personalizadas</vt:lpstr>
      </vt:variant>
      <vt:variant>
        <vt:i4>1</vt:i4>
      </vt:variant>
    </vt:vector>
  </HeadingPairs>
  <TitlesOfParts>
    <vt:vector size="20" baseType="lpstr">
      <vt:lpstr>Arial</vt:lpstr>
      <vt:lpstr>Calibri</vt:lpstr>
      <vt:lpstr>Lucida Sans Unicode</vt:lpstr>
      <vt:lpstr>Verdana</vt:lpstr>
      <vt:lpstr>Wingdings 2</vt:lpstr>
      <vt:lpstr>Wingdings 3</vt:lpstr>
      <vt:lpstr>Concurrencia</vt:lpstr>
      <vt:lpstr>Hoja de cálculo de Microsoft Excel 97-2003</vt:lpstr>
      <vt:lpstr>PRESENTACIÓN</vt:lpstr>
      <vt:lpstr>Crecimiento Anual:</vt:lpstr>
      <vt:lpstr>Filosofía:</vt:lpstr>
      <vt:lpstr>   Formación:   </vt:lpstr>
      <vt:lpstr>Colaboraciones:</vt:lpstr>
      <vt:lpstr>Empleo:</vt:lpstr>
      <vt:lpstr>      Patrocinadores: </vt:lpstr>
      <vt:lpstr>Nuestro Futuro:</vt:lpstr>
      <vt:lpstr>Asociarse:</vt:lpstr>
      <vt:lpstr>Expansión:</vt:lpstr>
      <vt:lpstr>Reflexiones:</vt:lpstr>
      <vt:lpstr>Presentación personalizada 1</vt:lpstr>
    </vt:vector>
  </TitlesOfParts>
  <Company>BY GP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AJSE</dc:title>
  <dc:creator>WIN uE10</dc:creator>
  <cp:lastModifiedBy>Antonio</cp:lastModifiedBy>
  <cp:revision>130</cp:revision>
  <dcterms:created xsi:type="dcterms:W3CDTF">2008-10-08T17:48:50Z</dcterms:created>
  <dcterms:modified xsi:type="dcterms:W3CDTF">2018-08-07T16:29:38Z</dcterms:modified>
</cp:coreProperties>
</file>